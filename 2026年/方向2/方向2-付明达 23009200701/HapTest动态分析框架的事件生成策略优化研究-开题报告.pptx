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9.svg" ContentType="image/svg+xml"/>
  <Override PartName="/ppt/media/image16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8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.svg" ContentType="image/svg+xml"/>
  <Override PartName="/ppt/media/image180.svg" ContentType="image/svg+xml"/>
  <Override PartName="/ppt/media/image181.svg" ContentType="image/svg+xml"/>
  <Override PartName="/ppt/media/image182.svg" ContentType="image/svg+xml"/>
  <Override PartName="/ppt/media/image183.svg" ContentType="image/svg+xml"/>
  <Override PartName="/ppt/media/image185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5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8"/>
  </p:notesMasterIdLst>
  <p:handoutMasterIdLst>
    <p:handoutMasterId r:id="rId29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1.jpeg"/><Relationship Id="rId2" Type="http://schemas.openxmlformats.org/officeDocument/2006/relationships/tags" Target="../tags/tag6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2.jpeg"/><Relationship Id="rId2" Type="http://schemas.openxmlformats.org/officeDocument/2006/relationships/tags" Target="../tags/tag44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3.jpeg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2.jpeg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0" name="内容占位符 19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 descr="C:\Users\WPS\Desktop\商务风\VCG211296452282.jpgVCG21129645228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65000"/>
          </a:blip>
          <a:srcRect/>
          <a:stretch>
            <a:fillRect/>
          </a:stretch>
        </p:blipFill>
        <p:spPr>
          <a:xfrm>
            <a:off x="-25400" y="-16510"/>
            <a:ext cx="12217400" cy="6875145"/>
          </a:xfrm>
          <a:prstGeom prst="rect">
            <a:avLst/>
          </a:prstGeom>
        </p:spPr>
      </p:pic>
      <p:sp>
        <p:nvSpPr>
          <p:cNvPr id="40" name="矩形 39"/>
          <p:cNvSpPr/>
          <p:nvPr userDrawn="1">
            <p:custDataLst>
              <p:tags r:id="rId4"/>
            </p:custDataLst>
          </p:nvPr>
        </p:nvSpPr>
        <p:spPr>
          <a:xfrm>
            <a:off x="-25400" y="0"/>
            <a:ext cx="12225020" cy="68573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矩形 2"/>
          <p:cNvSpPr/>
          <p:nvPr userDrawn="1">
            <p:custDataLst>
              <p:tags r:id="rId5"/>
            </p:custDataLst>
          </p:nvPr>
        </p:nvSpPr>
        <p:spPr>
          <a:xfrm rot="16200000">
            <a:off x="4795520" y="-1610995"/>
            <a:ext cx="2583815" cy="122250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839788" y="645210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 b="1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9" name="矩形 18"/>
          <p:cNvSpPr/>
          <p:nvPr userDrawn="1">
            <p:custDataLst>
              <p:tags r:id="rId10"/>
            </p:custDataLst>
          </p:nvPr>
        </p:nvSpPr>
        <p:spPr>
          <a:xfrm>
            <a:off x="671830" y="874395"/>
            <a:ext cx="133985" cy="501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C:\Users\WPS\Desktop\商务风\VCG2111827506232169.jpgVCG211182750623216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318"/>
            <a:ext cx="12198985" cy="6856730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-25400" y="0"/>
            <a:ext cx="12225020" cy="6857365"/>
          </a:xfrm>
          <a:prstGeom prst="rect">
            <a:avLst/>
          </a:prstGeom>
          <a:solidFill>
            <a:schemeClr val="l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33" name="直接连接符 32"/>
          <p:cNvCxnSpPr/>
          <p:nvPr userDrawn="1">
            <p:custDataLst>
              <p:tags r:id="rId5"/>
            </p:custDataLst>
          </p:nvPr>
        </p:nvCxnSpPr>
        <p:spPr>
          <a:xfrm flipV="1">
            <a:off x="6273800" y="721360"/>
            <a:ext cx="5188585" cy="2473960"/>
          </a:xfrm>
          <a:prstGeom prst="line">
            <a:avLst/>
          </a:prstGeom>
          <a:ln w="38100" cmpd="sng"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日期占位符 30"/>
          <p:cNvSpPr>
            <a:spLocks noGrp="1"/>
          </p:cNvSpPr>
          <p:nvPr>
            <p:ph type="dt" sz="half" idx="16385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4" name="页脚占位符 33"/>
          <p:cNvSpPr>
            <a:spLocks noGrp="1"/>
          </p:cNvSpPr>
          <p:nvPr>
            <p:ph type="ftr" sz="quarter" idx="16386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27" name="日期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26" name="标题 25"/>
          <p:cNvSpPr>
            <a:spLocks noGrp="1"/>
          </p:cNvSpPr>
          <p:nvPr>
            <p:ph type="ctrTitle" idx="16387" hasCustomPrompt="1"/>
            <p:custDataLst>
              <p:tags r:id="rId9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rgbClr val="000000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35" name="署名占位符 10"/>
          <p:cNvSpPr>
            <a:spLocks noGrp="1"/>
          </p:cNvSpPr>
          <p:nvPr>
            <p:ph type="body" sz="quarter" idx="16389" hasCustomPrompt="1"/>
            <p:custDataLst>
              <p:tags r:id="rId10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" descr="C:\Users\WPS\Desktop\商务风\VCG211272994642.jpgVCG21127299464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t="14940"/>
          <a:stretch>
            <a:fillRect/>
          </a:stretch>
        </p:blipFill>
        <p:spPr>
          <a:xfrm>
            <a:off x="-26670" y="-70485"/>
            <a:ext cx="12219305" cy="6927215"/>
          </a:xfrm>
          <a:prstGeom prst="rect">
            <a:avLst/>
          </a:prstGeom>
        </p:spPr>
      </p:pic>
      <p:sp>
        <p:nvSpPr>
          <p:cNvPr id="40" name="矩形 39"/>
          <p:cNvSpPr/>
          <p:nvPr userDrawn="1">
            <p:custDataLst>
              <p:tags r:id="rId4"/>
            </p:custDataLst>
          </p:nvPr>
        </p:nvSpPr>
        <p:spPr>
          <a:xfrm>
            <a:off x="-26670" y="-635"/>
            <a:ext cx="12225020" cy="6857365"/>
          </a:xfrm>
          <a:prstGeom prst="rect">
            <a:avLst/>
          </a:prstGeom>
          <a:solidFill>
            <a:schemeClr val="l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000000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" descr="C:\Users\WPS\Desktop\商务风\VCG2111827506232169.jpgVCG211182750623216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318"/>
            <a:ext cx="12198985" cy="6856730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-25400" y="0"/>
            <a:ext cx="12225020" cy="6857365"/>
          </a:xfrm>
          <a:prstGeom prst="rect">
            <a:avLst/>
          </a:prstGeom>
          <a:solidFill>
            <a:schemeClr val="l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3" name="Subtitle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ctrTitle" idx="16387" hasCustomPrompt="1"/>
            <p:custDataLst>
              <p:tags r:id="rId8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Text Placeholder 9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Text Placeholder 16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3" Type="http://schemas.openxmlformats.org/officeDocument/2006/relationships/theme" Target="../theme/theme2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image" Target="../media/image4.jpeg"/><Relationship Id="rId13" Type="http://schemas.openxmlformats.org/officeDocument/2006/relationships/tags" Target="../tags/tag82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VCG211157641927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alphaModFix amt="20000"/>
          </a:blip>
          <a:srcRect l="8198" t="475" r="34870" b="425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2" name="矩形 11"/>
          <p:cNvSpPr/>
          <p:nvPr userDrawn="1">
            <p:custDataLst>
              <p:tags r:id="rId20"/>
            </p:custDataLst>
          </p:nvPr>
        </p:nvSpPr>
        <p:spPr>
          <a:xfrm rot="5400000">
            <a:off x="5958840" y="624840"/>
            <a:ext cx="276860" cy="12192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tx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2" Type="http://schemas.openxmlformats.org/officeDocument/2006/relationships/slideLayout" Target="../slideLayouts/slideLayout16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0" Type="http://schemas.openxmlformats.org/officeDocument/2006/relationships/slideLayout" Target="../slideLayouts/slideLayout16.xml"/><Relationship Id="rId6" Type="http://schemas.openxmlformats.org/officeDocument/2006/relationships/image" Target="../media/image6.svg"/><Relationship Id="rId59" Type="http://schemas.openxmlformats.org/officeDocument/2006/relationships/tags" Target="../tags/tag154.xml"/><Relationship Id="rId58" Type="http://schemas.openxmlformats.org/officeDocument/2006/relationships/image" Target="../media/image26.svg"/><Relationship Id="rId57" Type="http://schemas.openxmlformats.org/officeDocument/2006/relationships/image" Target="../media/image25.png"/><Relationship Id="rId56" Type="http://schemas.openxmlformats.org/officeDocument/2006/relationships/tags" Target="../tags/tag153.xml"/><Relationship Id="rId55" Type="http://schemas.openxmlformats.org/officeDocument/2006/relationships/tags" Target="../tags/tag152.xml"/><Relationship Id="rId54" Type="http://schemas.openxmlformats.org/officeDocument/2006/relationships/tags" Target="../tags/tag151.xml"/><Relationship Id="rId53" Type="http://schemas.openxmlformats.org/officeDocument/2006/relationships/image" Target="../media/image24.svg"/><Relationship Id="rId52" Type="http://schemas.openxmlformats.org/officeDocument/2006/relationships/image" Target="../media/image23.png"/><Relationship Id="rId51" Type="http://schemas.openxmlformats.org/officeDocument/2006/relationships/tags" Target="../tags/tag150.xml"/><Relationship Id="rId50" Type="http://schemas.openxmlformats.org/officeDocument/2006/relationships/tags" Target="../tags/tag149.xml"/><Relationship Id="rId5" Type="http://schemas.openxmlformats.org/officeDocument/2006/relationships/image" Target="../media/image5.png"/><Relationship Id="rId49" Type="http://schemas.openxmlformats.org/officeDocument/2006/relationships/tags" Target="../tags/tag148.xml"/><Relationship Id="rId48" Type="http://schemas.openxmlformats.org/officeDocument/2006/relationships/image" Target="../media/image22.svg"/><Relationship Id="rId47" Type="http://schemas.openxmlformats.org/officeDocument/2006/relationships/image" Target="../media/image21.png"/><Relationship Id="rId46" Type="http://schemas.openxmlformats.org/officeDocument/2006/relationships/tags" Target="../tags/tag147.xml"/><Relationship Id="rId45" Type="http://schemas.openxmlformats.org/officeDocument/2006/relationships/tags" Target="../tags/tag146.xml"/><Relationship Id="rId44" Type="http://schemas.openxmlformats.org/officeDocument/2006/relationships/tags" Target="../tags/tag145.xml"/><Relationship Id="rId43" Type="http://schemas.openxmlformats.org/officeDocument/2006/relationships/tags" Target="../tags/tag144.xml"/><Relationship Id="rId42" Type="http://schemas.openxmlformats.org/officeDocument/2006/relationships/image" Target="../media/image20.svg"/><Relationship Id="rId41" Type="http://schemas.openxmlformats.org/officeDocument/2006/relationships/image" Target="../media/image19.png"/><Relationship Id="rId40" Type="http://schemas.openxmlformats.org/officeDocument/2006/relationships/tags" Target="../tags/tag143.xml"/><Relationship Id="rId4" Type="http://schemas.openxmlformats.org/officeDocument/2006/relationships/tags" Target="../tags/tag121.xml"/><Relationship Id="rId39" Type="http://schemas.openxmlformats.org/officeDocument/2006/relationships/tags" Target="../tags/tag142.xml"/><Relationship Id="rId38" Type="http://schemas.openxmlformats.org/officeDocument/2006/relationships/tags" Target="../tags/tag141.xml"/><Relationship Id="rId37" Type="http://schemas.openxmlformats.org/officeDocument/2006/relationships/image" Target="../media/image18.svg"/><Relationship Id="rId36" Type="http://schemas.openxmlformats.org/officeDocument/2006/relationships/image" Target="../media/image17.png"/><Relationship Id="rId35" Type="http://schemas.openxmlformats.org/officeDocument/2006/relationships/tags" Target="../tags/tag140.xml"/><Relationship Id="rId34" Type="http://schemas.openxmlformats.org/officeDocument/2006/relationships/tags" Target="../tags/tag139.xml"/><Relationship Id="rId33" Type="http://schemas.openxmlformats.org/officeDocument/2006/relationships/tags" Target="../tags/tag138.xml"/><Relationship Id="rId32" Type="http://schemas.openxmlformats.org/officeDocument/2006/relationships/image" Target="../media/image16.svg"/><Relationship Id="rId31" Type="http://schemas.openxmlformats.org/officeDocument/2006/relationships/image" Target="../media/image15.png"/><Relationship Id="rId30" Type="http://schemas.openxmlformats.org/officeDocument/2006/relationships/tags" Target="../tags/tag137.xml"/><Relationship Id="rId3" Type="http://schemas.openxmlformats.org/officeDocument/2006/relationships/tags" Target="../tags/tag120.xml"/><Relationship Id="rId29" Type="http://schemas.openxmlformats.org/officeDocument/2006/relationships/tags" Target="../tags/tag136.xml"/><Relationship Id="rId28" Type="http://schemas.openxmlformats.org/officeDocument/2006/relationships/tags" Target="../tags/tag135.xml"/><Relationship Id="rId27" Type="http://schemas.openxmlformats.org/officeDocument/2006/relationships/image" Target="../media/image14.svg"/><Relationship Id="rId26" Type="http://schemas.openxmlformats.org/officeDocument/2006/relationships/image" Target="../media/image13.png"/><Relationship Id="rId25" Type="http://schemas.openxmlformats.org/officeDocument/2006/relationships/tags" Target="../tags/tag134.xml"/><Relationship Id="rId24" Type="http://schemas.openxmlformats.org/officeDocument/2006/relationships/tags" Target="../tags/tag133.xml"/><Relationship Id="rId23" Type="http://schemas.openxmlformats.org/officeDocument/2006/relationships/tags" Target="../tags/tag132.xml"/><Relationship Id="rId22" Type="http://schemas.openxmlformats.org/officeDocument/2006/relationships/tags" Target="../tags/tag131.xml"/><Relationship Id="rId21" Type="http://schemas.openxmlformats.org/officeDocument/2006/relationships/image" Target="../media/image12.svg"/><Relationship Id="rId20" Type="http://schemas.openxmlformats.org/officeDocument/2006/relationships/image" Target="../media/image11.png"/><Relationship Id="rId2" Type="http://schemas.openxmlformats.org/officeDocument/2006/relationships/tags" Target="../tags/tag119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image" Target="../media/image10.svg"/><Relationship Id="rId15" Type="http://schemas.openxmlformats.org/officeDocument/2006/relationships/image" Target="../media/image9.png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tags" Target="../tags/tag11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4" Type="http://schemas.openxmlformats.org/officeDocument/2006/relationships/slideLayout" Target="../slideLayouts/slideLayout16.xml"/><Relationship Id="rId43" Type="http://schemas.openxmlformats.org/officeDocument/2006/relationships/tags" Target="../tags/tag185.xml"/><Relationship Id="rId42" Type="http://schemas.openxmlformats.org/officeDocument/2006/relationships/tags" Target="../tags/tag184.xml"/><Relationship Id="rId41" Type="http://schemas.openxmlformats.org/officeDocument/2006/relationships/image" Target="../media/image38.svg"/><Relationship Id="rId40" Type="http://schemas.openxmlformats.org/officeDocument/2006/relationships/image" Target="../media/image37.png"/><Relationship Id="rId4" Type="http://schemas.openxmlformats.org/officeDocument/2006/relationships/tags" Target="../tags/tag158.xml"/><Relationship Id="rId39" Type="http://schemas.openxmlformats.org/officeDocument/2006/relationships/tags" Target="../tags/tag183.xml"/><Relationship Id="rId38" Type="http://schemas.openxmlformats.org/officeDocument/2006/relationships/tags" Target="../tags/tag182.xml"/><Relationship Id="rId37" Type="http://schemas.openxmlformats.org/officeDocument/2006/relationships/tags" Target="../tags/tag181.xml"/><Relationship Id="rId36" Type="http://schemas.openxmlformats.org/officeDocument/2006/relationships/tags" Target="../tags/tag180.xml"/><Relationship Id="rId35" Type="http://schemas.openxmlformats.org/officeDocument/2006/relationships/image" Target="../media/image36.svg"/><Relationship Id="rId34" Type="http://schemas.openxmlformats.org/officeDocument/2006/relationships/image" Target="../media/image35.png"/><Relationship Id="rId33" Type="http://schemas.openxmlformats.org/officeDocument/2006/relationships/tags" Target="../tags/tag179.xml"/><Relationship Id="rId32" Type="http://schemas.openxmlformats.org/officeDocument/2006/relationships/tags" Target="../tags/tag178.xml"/><Relationship Id="rId31" Type="http://schemas.openxmlformats.org/officeDocument/2006/relationships/tags" Target="../tags/tag177.xml"/><Relationship Id="rId30" Type="http://schemas.openxmlformats.org/officeDocument/2006/relationships/tags" Target="../tags/tag176.xml"/><Relationship Id="rId3" Type="http://schemas.openxmlformats.org/officeDocument/2006/relationships/tags" Target="../tags/tag157.xml"/><Relationship Id="rId29" Type="http://schemas.openxmlformats.org/officeDocument/2006/relationships/image" Target="../media/image34.svg"/><Relationship Id="rId28" Type="http://schemas.openxmlformats.org/officeDocument/2006/relationships/image" Target="../media/image33.png"/><Relationship Id="rId27" Type="http://schemas.openxmlformats.org/officeDocument/2006/relationships/tags" Target="../tags/tag175.xml"/><Relationship Id="rId26" Type="http://schemas.openxmlformats.org/officeDocument/2006/relationships/tags" Target="../tags/tag174.xml"/><Relationship Id="rId25" Type="http://schemas.openxmlformats.org/officeDocument/2006/relationships/tags" Target="../tags/tag173.xml"/><Relationship Id="rId24" Type="http://schemas.openxmlformats.org/officeDocument/2006/relationships/tags" Target="../tags/tag172.xml"/><Relationship Id="rId23" Type="http://schemas.openxmlformats.org/officeDocument/2006/relationships/tags" Target="../tags/tag171.xml"/><Relationship Id="rId22" Type="http://schemas.openxmlformats.org/officeDocument/2006/relationships/tags" Target="../tags/tag170.xml"/><Relationship Id="rId21" Type="http://schemas.openxmlformats.org/officeDocument/2006/relationships/image" Target="../media/image32.svg"/><Relationship Id="rId20" Type="http://schemas.openxmlformats.org/officeDocument/2006/relationships/image" Target="../media/image31.png"/><Relationship Id="rId2" Type="http://schemas.openxmlformats.org/officeDocument/2006/relationships/tags" Target="../tags/tag156.xml"/><Relationship Id="rId19" Type="http://schemas.openxmlformats.org/officeDocument/2006/relationships/tags" Target="../tags/tag169.xml"/><Relationship Id="rId18" Type="http://schemas.openxmlformats.org/officeDocument/2006/relationships/tags" Target="../tags/tag168.xml"/><Relationship Id="rId17" Type="http://schemas.openxmlformats.org/officeDocument/2006/relationships/tags" Target="../tags/tag167.xml"/><Relationship Id="rId16" Type="http://schemas.openxmlformats.org/officeDocument/2006/relationships/tags" Target="../tags/tag166.xml"/><Relationship Id="rId15" Type="http://schemas.openxmlformats.org/officeDocument/2006/relationships/image" Target="../media/image30.svg"/><Relationship Id="rId14" Type="http://schemas.openxmlformats.org/officeDocument/2006/relationships/image" Target="../media/image29.png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tags" Target="../tags/tag15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6" Type="http://schemas.openxmlformats.org/officeDocument/2006/relationships/slideLayout" Target="../slideLayouts/slideLayout16.xml"/><Relationship Id="rId55" Type="http://schemas.openxmlformats.org/officeDocument/2006/relationships/tags" Target="../tags/tag222.xml"/><Relationship Id="rId54" Type="http://schemas.openxmlformats.org/officeDocument/2006/relationships/tags" Target="../tags/tag221.xml"/><Relationship Id="rId53" Type="http://schemas.openxmlformats.org/officeDocument/2006/relationships/image" Target="../media/image56.svg"/><Relationship Id="rId52" Type="http://schemas.openxmlformats.org/officeDocument/2006/relationships/image" Target="../media/image55.png"/><Relationship Id="rId51" Type="http://schemas.openxmlformats.org/officeDocument/2006/relationships/tags" Target="../tags/tag220.xml"/><Relationship Id="rId50" Type="http://schemas.openxmlformats.org/officeDocument/2006/relationships/tags" Target="../tags/tag219.xml"/><Relationship Id="rId5" Type="http://schemas.openxmlformats.org/officeDocument/2006/relationships/image" Target="../media/image40.svg"/><Relationship Id="rId49" Type="http://schemas.openxmlformats.org/officeDocument/2006/relationships/tags" Target="../tags/tag218.xml"/><Relationship Id="rId48" Type="http://schemas.openxmlformats.org/officeDocument/2006/relationships/tags" Target="../tags/tag217.xml"/><Relationship Id="rId47" Type="http://schemas.openxmlformats.org/officeDocument/2006/relationships/image" Target="../media/image54.svg"/><Relationship Id="rId46" Type="http://schemas.openxmlformats.org/officeDocument/2006/relationships/image" Target="../media/image53.png"/><Relationship Id="rId45" Type="http://schemas.openxmlformats.org/officeDocument/2006/relationships/tags" Target="../tags/tag216.xml"/><Relationship Id="rId44" Type="http://schemas.openxmlformats.org/officeDocument/2006/relationships/tags" Target="../tags/tag215.xml"/><Relationship Id="rId43" Type="http://schemas.openxmlformats.org/officeDocument/2006/relationships/tags" Target="../tags/tag214.xml"/><Relationship Id="rId42" Type="http://schemas.openxmlformats.org/officeDocument/2006/relationships/tags" Target="../tags/tag213.xml"/><Relationship Id="rId41" Type="http://schemas.openxmlformats.org/officeDocument/2006/relationships/image" Target="../media/image52.svg"/><Relationship Id="rId40" Type="http://schemas.openxmlformats.org/officeDocument/2006/relationships/image" Target="../media/image51.png"/><Relationship Id="rId4" Type="http://schemas.openxmlformats.org/officeDocument/2006/relationships/image" Target="../media/image39.png"/><Relationship Id="rId39" Type="http://schemas.openxmlformats.org/officeDocument/2006/relationships/tags" Target="../tags/tag212.xml"/><Relationship Id="rId38" Type="http://schemas.openxmlformats.org/officeDocument/2006/relationships/tags" Target="../tags/tag211.xml"/><Relationship Id="rId37" Type="http://schemas.openxmlformats.org/officeDocument/2006/relationships/tags" Target="../tags/tag210.xml"/><Relationship Id="rId36" Type="http://schemas.openxmlformats.org/officeDocument/2006/relationships/tags" Target="../tags/tag209.xml"/><Relationship Id="rId35" Type="http://schemas.openxmlformats.org/officeDocument/2006/relationships/image" Target="../media/image50.svg"/><Relationship Id="rId34" Type="http://schemas.openxmlformats.org/officeDocument/2006/relationships/image" Target="../media/image49.png"/><Relationship Id="rId33" Type="http://schemas.openxmlformats.org/officeDocument/2006/relationships/tags" Target="../tags/tag208.xml"/><Relationship Id="rId32" Type="http://schemas.openxmlformats.org/officeDocument/2006/relationships/tags" Target="../tags/tag207.xml"/><Relationship Id="rId31" Type="http://schemas.openxmlformats.org/officeDocument/2006/relationships/tags" Target="../tags/tag206.xml"/><Relationship Id="rId30" Type="http://schemas.openxmlformats.org/officeDocument/2006/relationships/tags" Target="../tags/tag205.xml"/><Relationship Id="rId3" Type="http://schemas.openxmlformats.org/officeDocument/2006/relationships/tags" Target="../tags/tag188.xml"/><Relationship Id="rId29" Type="http://schemas.openxmlformats.org/officeDocument/2006/relationships/tags" Target="../tags/tag204.xml"/><Relationship Id="rId28" Type="http://schemas.openxmlformats.org/officeDocument/2006/relationships/image" Target="../media/image48.svg"/><Relationship Id="rId27" Type="http://schemas.openxmlformats.org/officeDocument/2006/relationships/image" Target="../media/image47.png"/><Relationship Id="rId26" Type="http://schemas.openxmlformats.org/officeDocument/2006/relationships/tags" Target="../tags/tag203.xml"/><Relationship Id="rId25" Type="http://schemas.openxmlformats.org/officeDocument/2006/relationships/tags" Target="../tags/tag202.xml"/><Relationship Id="rId24" Type="http://schemas.openxmlformats.org/officeDocument/2006/relationships/tags" Target="../tags/tag201.xml"/><Relationship Id="rId23" Type="http://schemas.openxmlformats.org/officeDocument/2006/relationships/tags" Target="../tags/tag200.xml"/><Relationship Id="rId22" Type="http://schemas.openxmlformats.org/officeDocument/2006/relationships/image" Target="../media/image46.svg"/><Relationship Id="rId21" Type="http://schemas.openxmlformats.org/officeDocument/2006/relationships/image" Target="../media/image45.png"/><Relationship Id="rId20" Type="http://schemas.openxmlformats.org/officeDocument/2006/relationships/tags" Target="../tags/tag199.xml"/><Relationship Id="rId2" Type="http://schemas.openxmlformats.org/officeDocument/2006/relationships/tags" Target="../tags/tag187.xml"/><Relationship Id="rId19" Type="http://schemas.openxmlformats.org/officeDocument/2006/relationships/tags" Target="../tags/tag198.xml"/><Relationship Id="rId18" Type="http://schemas.openxmlformats.org/officeDocument/2006/relationships/tags" Target="../tags/tag197.xml"/><Relationship Id="rId17" Type="http://schemas.openxmlformats.org/officeDocument/2006/relationships/tags" Target="../tags/tag196.xml"/><Relationship Id="rId16" Type="http://schemas.openxmlformats.org/officeDocument/2006/relationships/image" Target="../media/image44.svg"/><Relationship Id="rId15" Type="http://schemas.openxmlformats.org/officeDocument/2006/relationships/image" Target="../media/image43.png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image" Target="../media/image42.svg"/><Relationship Id="rId1" Type="http://schemas.openxmlformats.org/officeDocument/2006/relationships/tags" Target="../tags/tag18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57.png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0" Type="http://schemas.openxmlformats.org/officeDocument/2006/relationships/slideLayout" Target="../slideLayouts/slideLayout16.xml"/><Relationship Id="rId3" Type="http://schemas.openxmlformats.org/officeDocument/2006/relationships/tags" Target="../tags/tag228.xml"/><Relationship Id="rId29" Type="http://schemas.openxmlformats.org/officeDocument/2006/relationships/tags" Target="../tags/tag252.xml"/><Relationship Id="rId28" Type="http://schemas.openxmlformats.org/officeDocument/2006/relationships/tags" Target="../tags/tag251.xml"/><Relationship Id="rId27" Type="http://schemas.openxmlformats.org/officeDocument/2006/relationships/tags" Target="../tags/tag250.xml"/><Relationship Id="rId26" Type="http://schemas.openxmlformats.org/officeDocument/2006/relationships/tags" Target="../tags/tag249.xml"/><Relationship Id="rId25" Type="http://schemas.openxmlformats.org/officeDocument/2006/relationships/tags" Target="../tags/tag248.xml"/><Relationship Id="rId24" Type="http://schemas.openxmlformats.org/officeDocument/2006/relationships/tags" Target="../tags/tag247.xml"/><Relationship Id="rId23" Type="http://schemas.openxmlformats.org/officeDocument/2006/relationships/tags" Target="../tags/tag246.xml"/><Relationship Id="rId22" Type="http://schemas.openxmlformats.org/officeDocument/2006/relationships/tags" Target="../tags/tag245.xml"/><Relationship Id="rId21" Type="http://schemas.openxmlformats.org/officeDocument/2006/relationships/tags" Target="../tags/tag244.xml"/><Relationship Id="rId20" Type="http://schemas.openxmlformats.org/officeDocument/2006/relationships/tags" Target="../tags/tag243.xml"/><Relationship Id="rId2" Type="http://schemas.openxmlformats.org/officeDocument/2006/relationships/tags" Target="../tags/tag227.xml"/><Relationship Id="rId19" Type="http://schemas.openxmlformats.org/officeDocument/2006/relationships/tags" Target="../tags/tag242.xml"/><Relationship Id="rId18" Type="http://schemas.openxmlformats.org/officeDocument/2006/relationships/tags" Target="../tags/tag241.xml"/><Relationship Id="rId17" Type="http://schemas.openxmlformats.org/officeDocument/2006/relationships/tags" Target="../tags/tag240.xml"/><Relationship Id="rId16" Type="http://schemas.openxmlformats.org/officeDocument/2006/relationships/tags" Target="../tags/tag239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tags" Target="../tags/tag22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0" Type="http://schemas.openxmlformats.org/officeDocument/2006/relationships/slideLayout" Target="../slideLayouts/slideLayout16.xml"/><Relationship Id="rId7" Type="http://schemas.openxmlformats.org/officeDocument/2006/relationships/image" Target="../media/image60.svg"/><Relationship Id="rId69" Type="http://schemas.openxmlformats.org/officeDocument/2006/relationships/tags" Target="../tags/tag301.xml"/><Relationship Id="rId68" Type="http://schemas.openxmlformats.org/officeDocument/2006/relationships/image" Target="../media/image77.svg"/><Relationship Id="rId67" Type="http://schemas.openxmlformats.org/officeDocument/2006/relationships/image" Target="../media/image76.png"/><Relationship Id="rId66" Type="http://schemas.openxmlformats.org/officeDocument/2006/relationships/tags" Target="../tags/tag300.xml"/><Relationship Id="rId65" Type="http://schemas.openxmlformats.org/officeDocument/2006/relationships/tags" Target="../tags/tag299.xml"/><Relationship Id="rId64" Type="http://schemas.openxmlformats.org/officeDocument/2006/relationships/tags" Target="../tags/tag298.xml"/><Relationship Id="rId63" Type="http://schemas.openxmlformats.org/officeDocument/2006/relationships/tags" Target="../tags/tag297.xml"/><Relationship Id="rId62" Type="http://schemas.openxmlformats.org/officeDocument/2006/relationships/image" Target="../media/image75.svg"/><Relationship Id="rId61" Type="http://schemas.openxmlformats.org/officeDocument/2006/relationships/image" Target="../media/image74.png"/><Relationship Id="rId60" Type="http://schemas.openxmlformats.org/officeDocument/2006/relationships/tags" Target="../tags/tag296.xml"/><Relationship Id="rId6" Type="http://schemas.openxmlformats.org/officeDocument/2006/relationships/image" Target="../media/image59.png"/><Relationship Id="rId59" Type="http://schemas.openxmlformats.org/officeDocument/2006/relationships/tags" Target="../tags/tag295.xml"/><Relationship Id="rId58" Type="http://schemas.openxmlformats.org/officeDocument/2006/relationships/tags" Target="../tags/tag294.xml"/><Relationship Id="rId57" Type="http://schemas.openxmlformats.org/officeDocument/2006/relationships/tags" Target="../tags/tag293.xml"/><Relationship Id="rId56" Type="http://schemas.openxmlformats.org/officeDocument/2006/relationships/image" Target="../media/image73.svg"/><Relationship Id="rId55" Type="http://schemas.openxmlformats.org/officeDocument/2006/relationships/image" Target="../media/image72.png"/><Relationship Id="rId54" Type="http://schemas.openxmlformats.org/officeDocument/2006/relationships/tags" Target="../tags/tag292.xml"/><Relationship Id="rId53" Type="http://schemas.openxmlformats.org/officeDocument/2006/relationships/tags" Target="../tags/tag291.xml"/><Relationship Id="rId52" Type="http://schemas.openxmlformats.org/officeDocument/2006/relationships/tags" Target="../tags/tag290.xml"/><Relationship Id="rId51" Type="http://schemas.openxmlformats.org/officeDocument/2006/relationships/tags" Target="../tags/tag289.xml"/><Relationship Id="rId50" Type="http://schemas.openxmlformats.org/officeDocument/2006/relationships/tags" Target="../tags/tag288.xml"/><Relationship Id="rId5" Type="http://schemas.openxmlformats.org/officeDocument/2006/relationships/tags" Target="../tags/tag257.xml"/><Relationship Id="rId49" Type="http://schemas.openxmlformats.org/officeDocument/2006/relationships/tags" Target="../tags/tag287.xml"/><Relationship Id="rId48" Type="http://schemas.openxmlformats.org/officeDocument/2006/relationships/tags" Target="../tags/tag286.xml"/><Relationship Id="rId47" Type="http://schemas.openxmlformats.org/officeDocument/2006/relationships/tags" Target="../tags/tag285.xml"/><Relationship Id="rId46" Type="http://schemas.openxmlformats.org/officeDocument/2006/relationships/tags" Target="../tags/tag284.xml"/><Relationship Id="rId45" Type="http://schemas.openxmlformats.org/officeDocument/2006/relationships/tags" Target="../tags/tag283.xml"/><Relationship Id="rId44" Type="http://schemas.openxmlformats.org/officeDocument/2006/relationships/tags" Target="../tags/tag282.xml"/><Relationship Id="rId43" Type="http://schemas.openxmlformats.org/officeDocument/2006/relationships/image" Target="../media/image38.svg"/><Relationship Id="rId42" Type="http://schemas.openxmlformats.org/officeDocument/2006/relationships/image" Target="../media/image71.png"/><Relationship Id="rId41" Type="http://schemas.openxmlformats.org/officeDocument/2006/relationships/tags" Target="../tags/tag281.xml"/><Relationship Id="rId40" Type="http://schemas.openxmlformats.org/officeDocument/2006/relationships/tags" Target="../tags/tag280.xml"/><Relationship Id="rId4" Type="http://schemas.openxmlformats.org/officeDocument/2006/relationships/tags" Target="../tags/tag256.xml"/><Relationship Id="rId39" Type="http://schemas.openxmlformats.org/officeDocument/2006/relationships/tags" Target="../tags/tag279.xml"/><Relationship Id="rId38" Type="http://schemas.openxmlformats.org/officeDocument/2006/relationships/image" Target="../media/image70.svg"/><Relationship Id="rId37" Type="http://schemas.openxmlformats.org/officeDocument/2006/relationships/image" Target="../media/image69.png"/><Relationship Id="rId36" Type="http://schemas.openxmlformats.org/officeDocument/2006/relationships/tags" Target="../tags/tag278.xml"/><Relationship Id="rId35" Type="http://schemas.openxmlformats.org/officeDocument/2006/relationships/tags" Target="../tags/tag277.xml"/><Relationship Id="rId34" Type="http://schemas.openxmlformats.org/officeDocument/2006/relationships/tags" Target="../tags/tag276.xml"/><Relationship Id="rId33" Type="http://schemas.openxmlformats.org/officeDocument/2006/relationships/image" Target="../media/image68.svg"/><Relationship Id="rId32" Type="http://schemas.openxmlformats.org/officeDocument/2006/relationships/image" Target="../media/image67.png"/><Relationship Id="rId31" Type="http://schemas.openxmlformats.org/officeDocument/2006/relationships/tags" Target="../tags/tag275.xml"/><Relationship Id="rId30" Type="http://schemas.openxmlformats.org/officeDocument/2006/relationships/tags" Target="../tags/tag274.xml"/><Relationship Id="rId3" Type="http://schemas.openxmlformats.org/officeDocument/2006/relationships/tags" Target="../tags/tag255.xml"/><Relationship Id="rId29" Type="http://schemas.openxmlformats.org/officeDocument/2006/relationships/tags" Target="../tags/tag273.xml"/><Relationship Id="rId28" Type="http://schemas.openxmlformats.org/officeDocument/2006/relationships/tags" Target="../tags/tag272.xml"/><Relationship Id="rId27" Type="http://schemas.openxmlformats.org/officeDocument/2006/relationships/tags" Target="../tags/tag271.xml"/><Relationship Id="rId26" Type="http://schemas.openxmlformats.org/officeDocument/2006/relationships/tags" Target="../tags/tag270.xml"/><Relationship Id="rId25" Type="http://schemas.openxmlformats.org/officeDocument/2006/relationships/image" Target="../media/image66.svg"/><Relationship Id="rId24" Type="http://schemas.openxmlformats.org/officeDocument/2006/relationships/image" Target="../media/image65.png"/><Relationship Id="rId23" Type="http://schemas.openxmlformats.org/officeDocument/2006/relationships/tags" Target="../tags/tag269.xml"/><Relationship Id="rId22" Type="http://schemas.openxmlformats.org/officeDocument/2006/relationships/tags" Target="../tags/tag268.xml"/><Relationship Id="rId21" Type="http://schemas.openxmlformats.org/officeDocument/2006/relationships/tags" Target="../tags/tag267.xml"/><Relationship Id="rId20" Type="http://schemas.openxmlformats.org/officeDocument/2006/relationships/tags" Target="../tags/tag266.xml"/><Relationship Id="rId2" Type="http://schemas.openxmlformats.org/officeDocument/2006/relationships/tags" Target="../tags/tag254.xml"/><Relationship Id="rId19" Type="http://schemas.openxmlformats.org/officeDocument/2006/relationships/image" Target="../media/image64.svg"/><Relationship Id="rId18" Type="http://schemas.openxmlformats.org/officeDocument/2006/relationships/image" Target="../media/image63.png"/><Relationship Id="rId17" Type="http://schemas.openxmlformats.org/officeDocument/2006/relationships/tags" Target="../tags/tag265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image" Target="../media/image62.svg"/><Relationship Id="rId12" Type="http://schemas.openxmlformats.org/officeDocument/2006/relationships/image" Target="../media/image61.png"/><Relationship Id="rId11" Type="http://schemas.openxmlformats.org/officeDocument/2006/relationships/tags" Target="../tags/tag261.xml"/><Relationship Id="rId10" Type="http://schemas.openxmlformats.org/officeDocument/2006/relationships/tags" Target="../tags/tag260.xml"/><Relationship Id="rId1" Type="http://schemas.openxmlformats.org/officeDocument/2006/relationships/tags" Target="../tags/tag25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svg"/><Relationship Id="rId8" Type="http://schemas.openxmlformats.org/officeDocument/2006/relationships/image" Target="../media/image72.png"/><Relationship Id="rId7" Type="http://schemas.openxmlformats.org/officeDocument/2006/relationships/tags" Target="../tags/tag308.xml"/><Relationship Id="rId62" Type="http://schemas.openxmlformats.org/officeDocument/2006/relationships/slideLayout" Target="../slideLayouts/slideLayout16.xml"/><Relationship Id="rId61" Type="http://schemas.openxmlformats.org/officeDocument/2006/relationships/tags" Target="../tags/tag344.xml"/><Relationship Id="rId60" Type="http://schemas.openxmlformats.org/officeDocument/2006/relationships/tags" Target="../tags/tag343.xml"/><Relationship Id="rId6" Type="http://schemas.openxmlformats.org/officeDocument/2006/relationships/tags" Target="../tags/tag307.xml"/><Relationship Id="rId59" Type="http://schemas.openxmlformats.org/officeDocument/2006/relationships/image" Target="../media/image46.svg"/><Relationship Id="rId58" Type="http://schemas.openxmlformats.org/officeDocument/2006/relationships/image" Target="../media/image86.png"/><Relationship Id="rId57" Type="http://schemas.openxmlformats.org/officeDocument/2006/relationships/tags" Target="../tags/tag342.xml"/><Relationship Id="rId56" Type="http://schemas.openxmlformats.org/officeDocument/2006/relationships/tags" Target="../tags/tag341.xml"/><Relationship Id="rId55" Type="http://schemas.openxmlformats.org/officeDocument/2006/relationships/tags" Target="../tags/tag340.xml"/><Relationship Id="rId54" Type="http://schemas.openxmlformats.org/officeDocument/2006/relationships/tags" Target="../tags/tag339.xml"/><Relationship Id="rId53" Type="http://schemas.openxmlformats.org/officeDocument/2006/relationships/image" Target="../media/image60.svg"/><Relationship Id="rId52" Type="http://schemas.openxmlformats.org/officeDocument/2006/relationships/image" Target="../media/image59.png"/><Relationship Id="rId51" Type="http://schemas.openxmlformats.org/officeDocument/2006/relationships/tags" Target="../tags/tag338.xml"/><Relationship Id="rId50" Type="http://schemas.openxmlformats.org/officeDocument/2006/relationships/tags" Target="../tags/tag337.xml"/><Relationship Id="rId5" Type="http://schemas.openxmlformats.org/officeDocument/2006/relationships/tags" Target="../tags/tag306.xml"/><Relationship Id="rId49" Type="http://schemas.openxmlformats.org/officeDocument/2006/relationships/tags" Target="../tags/tag336.xml"/><Relationship Id="rId48" Type="http://schemas.openxmlformats.org/officeDocument/2006/relationships/tags" Target="../tags/tag335.xml"/><Relationship Id="rId47" Type="http://schemas.openxmlformats.org/officeDocument/2006/relationships/image" Target="../media/image85.svg"/><Relationship Id="rId46" Type="http://schemas.openxmlformats.org/officeDocument/2006/relationships/image" Target="../media/image84.png"/><Relationship Id="rId45" Type="http://schemas.openxmlformats.org/officeDocument/2006/relationships/tags" Target="../tags/tag334.xml"/><Relationship Id="rId44" Type="http://schemas.openxmlformats.org/officeDocument/2006/relationships/tags" Target="../tags/tag333.xml"/><Relationship Id="rId43" Type="http://schemas.openxmlformats.org/officeDocument/2006/relationships/tags" Target="../tags/tag332.xml"/><Relationship Id="rId42" Type="http://schemas.openxmlformats.org/officeDocument/2006/relationships/tags" Target="../tags/tag331.xml"/><Relationship Id="rId41" Type="http://schemas.openxmlformats.org/officeDocument/2006/relationships/tags" Target="../tags/tag330.xml"/><Relationship Id="rId40" Type="http://schemas.openxmlformats.org/officeDocument/2006/relationships/image" Target="../media/image83.svg"/><Relationship Id="rId4" Type="http://schemas.openxmlformats.org/officeDocument/2006/relationships/tags" Target="../tags/tag305.xml"/><Relationship Id="rId39" Type="http://schemas.openxmlformats.org/officeDocument/2006/relationships/image" Target="../media/image82.png"/><Relationship Id="rId38" Type="http://schemas.openxmlformats.org/officeDocument/2006/relationships/tags" Target="../tags/tag329.xml"/><Relationship Id="rId37" Type="http://schemas.openxmlformats.org/officeDocument/2006/relationships/tags" Target="../tags/tag328.xml"/><Relationship Id="rId36" Type="http://schemas.openxmlformats.org/officeDocument/2006/relationships/tags" Target="../tags/tag327.xml"/><Relationship Id="rId35" Type="http://schemas.openxmlformats.org/officeDocument/2006/relationships/tags" Target="../tags/tag326.xml"/><Relationship Id="rId34" Type="http://schemas.openxmlformats.org/officeDocument/2006/relationships/image" Target="../media/image81.svg"/><Relationship Id="rId33" Type="http://schemas.openxmlformats.org/officeDocument/2006/relationships/image" Target="../media/image80.png"/><Relationship Id="rId32" Type="http://schemas.openxmlformats.org/officeDocument/2006/relationships/tags" Target="../tags/tag325.xml"/><Relationship Id="rId31" Type="http://schemas.openxmlformats.org/officeDocument/2006/relationships/tags" Target="../tags/tag324.xml"/><Relationship Id="rId30" Type="http://schemas.openxmlformats.org/officeDocument/2006/relationships/tags" Target="../tags/tag323.xml"/><Relationship Id="rId3" Type="http://schemas.openxmlformats.org/officeDocument/2006/relationships/tags" Target="../tags/tag304.xml"/><Relationship Id="rId29" Type="http://schemas.openxmlformats.org/officeDocument/2006/relationships/tags" Target="../tags/tag322.xml"/><Relationship Id="rId28" Type="http://schemas.openxmlformats.org/officeDocument/2006/relationships/image" Target="../media/image50.svg"/><Relationship Id="rId27" Type="http://schemas.openxmlformats.org/officeDocument/2006/relationships/image" Target="../media/image79.png"/><Relationship Id="rId26" Type="http://schemas.openxmlformats.org/officeDocument/2006/relationships/tags" Target="../tags/tag321.xml"/><Relationship Id="rId25" Type="http://schemas.openxmlformats.org/officeDocument/2006/relationships/tags" Target="../tags/tag320.xml"/><Relationship Id="rId24" Type="http://schemas.openxmlformats.org/officeDocument/2006/relationships/tags" Target="../tags/tag319.xml"/><Relationship Id="rId23" Type="http://schemas.openxmlformats.org/officeDocument/2006/relationships/tags" Target="../tags/tag318.xml"/><Relationship Id="rId22" Type="http://schemas.openxmlformats.org/officeDocument/2006/relationships/tags" Target="../tags/tag317.xml"/><Relationship Id="rId21" Type="http://schemas.openxmlformats.org/officeDocument/2006/relationships/image" Target="../media/image44.svg"/><Relationship Id="rId20" Type="http://schemas.openxmlformats.org/officeDocument/2006/relationships/image" Target="../media/image78.png"/><Relationship Id="rId2" Type="http://schemas.openxmlformats.org/officeDocument/2006/relationships/tags" Target="../tags/tag303.xml"/><Relationship Id="rId19" Type="http://schemas.openxmlformats.org/officeDocument/2006/relationships/tags" Target="../tags/tag316.xml"/><Relationship Id="rId18" Type="http://schemas.openxmlformats.org/officeDocument/2006/relationships/tags" Target="../tags/tag315.xml"/><Relationship Id="rId17" Type="http://schemas.openxmlformats.org/officeDocument/2006/relationships/tags" Target="../tags/tag314.xml"/><Relationship Id="rId16" Type="http://schemas.openxmlformats.org/officeDocument/2006/relationships/tags" Target="../tags/tag313.xml"/><Relationship Id="rId15" Type="http://schemas.openxmlformats.org/officeDocument/2006/relationships/image" Target="../media/image62.svg"/><Relationship Id="rId14" Type="http://schemas.openxmlformats.org/officeDocument/2006/relationships/image" Target="../media/image61.png"/><Relationship Id="rId13" Type="http://schemas.openxmlformats.org/officeDocument/2006/relationships/tags" Target="../tags/tag312.xml"/><Relationship Id="rId12" Type="http://schemas.openxmlformats.org/officeDocument/2006/relationships/tags" Target="../tags/tag311.xml"/><Relationship Id="rId11" Type="http://schemas.openxmlformats.org/officeDocument/2006/relationships/tags" Target="../tags/tag310.xml"/><Relationship Id="rId10" Type="http://schemas.openxmlformats.org/officeDocument/2006/relationships/tags" Target="../tags/tag309.xml"/><Relationship Id="rId1" Type="http://schemas.openxmlformats.org/officeDocument/2006/relationships/tags" Target="../tags/tag30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" Type="http://schemas.openxmlformats.org/officeDocument/2006/relationships/tags" Target="../tags/tag34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svg"/><Relationship Id="rId8" Type="http://schemas.openxmlformats.org/officeDocument/2006/relationships/image" Target="../media/image87.png"/><Relationship Id="rId7" Type="http://schemas.openxmlformats.org/officeDocument/2006/relationships/tags" Target="../tags/tag354.xml"/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2" Type="http://schemas.openxmlformats.org/officeDocument/2006/relationships/slideLayout" Target="../slideLayouts/slideLayout16.xml"/><Relationship Id="rId31" Type="http://schemas.openxmlformats.org/officeDocument/2006/relationships/tags" Target="../tags/tag372.xml"/><Relationship Id="rId30" Type="http://schemas.openxmlformats.org/officeDocument/2006/relationships/image" Target="../media/image92.svg"/><Relationship Id="rId3" Type="http://schemas.openxmlformats.org/officeDocument/2006/relationships/tags" Target="../tags/tag350.xml"/><Relationship Id="rId29" Type="http://schemas.openxmlformats.org/officeDocument/2006/relationships/image" Target="../media/image91.png"/><Relationship Id="rId28" Type="http://schemas.openxmlformats.org/officeDocument/2006/relationships/tags" Target="../tags/tag371.xml"/><Relationship Id="rId27" Type="http://schemas.openxmlformats.org/officeDocument/2006/relationships/tags" Target="../tags/tag370.xml"/><Relationship Id="rId26" Type="http://schemas.openxmlformats.org/officeDocument/2006/relationships/tags" Target="../tags/tag369.xml"/><Relationship Id="rId25" Type="http://schemas.openxmlformats.org/officeDocument/2006/relationships/tags" Target="../tags/tag368.xml"/><Relationship Id="rId24" Type="http://schemas.openxmlformats.org/officeDocument/2006/relationships/tags" Target="../tags/tag367.xml"/><Relationship Id="rId23" Type="http://schemas.openxmlformats.org/officeDocument/2006/relationships/tags" Target="../tags/tag366.xml"/><Relationship Id="rId22" Type="http://schemas.openxmlformats.org/officeDocument/2006/relationships/tags" Target="../tags/tag365.xml"/><Relationship Id="rId21" Type="http://schemas.openxmlformats.org/officeDocument/2006/relationships/tags" Target="../tags/tag364.xml"/><Relationship Id="rId20" Type="http://schemas.openxmlformats.org/officeDocument/2006/relationships/image" Target="../media/image90.svg"/><Relationship Id="rId2" Type="http://schemas.openxmlformats.org/officeDocument/2006/relationships/tags" Target="../tags/tag349.xml"/><Relationship Id="rId19" Type="http://schemas.openxmlformats.org/officeDocument/2006/relationships/image" Target="../media/image89.png"/><Relationship Id="rId18" Type="http://schemas.openxmlformats.org/officeDocument/2006/relationships/tags" Target="../tags/tag363.xml"/><Relationship Id="rId17" Type="http://schemas.openxmlformats.org/officeDocument/2006/relationships/tags" Target="../tags/tag362.xml"/><Relationship Id="rId16" Type="http://schemas.openxmlformats.org/officeDocument/2006/relationships/tags" Target="../tags/tag361.xml"/><Relationship Id="rId15" Type="http://schemas.openxmlformats.org/officeDocument/2006/relationships/tags" Target="../tags/tag360.xml"/><Relationship Id="rId14" Type="http://schemas.openxmlformats.org/officeDocument/2006/relationships/tags" Target="../tags/tag359.xml"/><Relationship Id="rId13" Type="http://schemas.openxmlformats.org/officeDocument/2006/relationships/tags" Target="../tags/tag358.xml"/><Relationship Id="rId12" Type="http://schemas.openxmlformats.org/officeDocument/2006/relationships/tags" Target="../tags/tag357.xml"/><Relationship Id="rId11" Type="http://schemas.openxmlformats.org/officeDocument/2006/relationships/tags" Target="../tags/tag356.xml"/><Relationship Id="rId10" Type="http://schemas.openxmlformats.org/officeDocument/2006/relationships/tags" Target="../tags/tag355.xml"/><Relationship Id="rId1" Type="http://schemas.openxmlformats.org/officeDocument/2006/relationships/tags" Target="../tags/tag34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5" Type="http://schemas.openxmlformats.org/officeDocument/2006/relationships/slideLayout" Target="../slideLayouts/slideLayout16.xml"/><Relationship Id="rId84" Type="http://schemas.openxmlformats.org/officeDocument/2006/relationships/tags" Target="../tags/tag430.xml"/><Relationship Id="rId83" Type="http://schemas.openxmlformats.org/officeDocument/2006/relationships/tags" Target="../tags/tag429.xml"/><Relationship Id="rId82" Type="http://schemas.openxmlformats.org/officeDocument/2006/relationships/image" Target="../media/image116.svg"/><Relationship Id="rId81" Type="http://schemas.openxmlformats.org/officeDocument/2006/relationships/image" Target="../media/image115.png"/><Relationship Id="rId80" Type="http://schemas.openxmlformats.org/officeDocument/2006/relationships/tags" Target="../tags/tag428.xml"/><Relationship Id="rId8" Type="http://schemas.openxmlformats.org/officeDocument/2006/relationships/tags" Target="../tags/tag378.xml"/><Relationship Id="rId79" Type="http://schemas.openxmlformats.org/officeDocument/2006/relationships/tags" Target="../tags/tag427.xml"/><Relationship Id="rId78" Type="http://schemas.openxmlformats.org/officeDocument/2006/relationships/tags" Target="../tags/tag426.xml"/><Relationship Id="rId77" Type="http://schemas.openxmlformats.org/officeDocument/2006/relationships/tags" Target="../tags/tag425.xml"/><Relationship Id="rId76" Type="http://schemas.openxmlformats.org/officeDocument/2006/relationships/tags" Target="../tags/tag424.xml"/><Relationship Id="rId75" Type="http://schemas.openxmlformats.org/officeDocument/2006/relationships/image" Target="../media/image114.svg"/><Relationship Id="rId74" Type="http://schemas.openxmlformats.org/officeDocument/2006/relationships/image" Target="../media/image113.png"/><Relationship Id="rId73" Type="http://schemas.openxmlformats.org/officeDocument/2006/relationships/tags" Target="../tags/tag423.xml"/><Relationship Id="rId72" Type="http://schemas.openxmlformats.org/officeDocument/2006/relationships/tags" Target="../tags/tag422.xml"/><Relationship Id="rId71" Type="http://schemas.openxmlformats.org/officeDocument/2006/relationships/tags" Target="../tags/tag421.xml"/><Relationship Id="rId70" Type="http://schemas.openxmlformats.org/officeDocument/2006/relationships/tags" Target="../tags/tag420.xml"/><Relationship Id="rId7" Type="http://schemas.openxmlformats.org/officeDocument/2006/relationships/tags" Target="../tags/tag377.xml"/><Relationship Id="rId69" Type="http://schemas.openxmlformats.org/officeDocument/2006/relationships/image" Target="../media/image112.svg"/><Relationship Id="rId68" Type="http://schemas.openxmlformats.org/officeDocument/2006/relationships/image" Target="../media/image111.png"/><Relationship Id="rId67" Type="http://schemas.openxmlformats.org/officeDocument/2006/relationships/tags" Target="../tags/tag419.xml"/><Relationship Id="rId66" Type="http://schemas.openxmlformats.org/officeDocument/2006/relationships/tags" Target="../tags/tag418.xml"/><Relationship Id="rId65" Type="http://schemas.openxmlformats.org/officeDocument/2006/relationships/tags" Target="../tags/tag417.xml"/><Relationship Id="rId64" Type="http://schemas.openxmlformats.org/officeDocument/2006/relationships/tags" Target="../tags/tag416.xml"/><Relationship Id="rId63" Type="http://schemas.openxmlformats.org/officeDocument/2006/relationships/image" Target="../media/image110.svg"/><Relationship Id="rId62" Type="http://schemas.openxmlformats.org/officeDocument/2006/relationships/image" Target="../media/image109.png"/><Relationship Id="rId61" Type="http://schemas.openxmlformats.org/officeDocument/2006/relationships/tags" Target="../tags/tag415.xml"/><Relationship Id="rId60" Type="http://schemas.openxmlformats.org/officeDocument/2006/relationships/tags" Target="../tags/tag414.xml"/><Relationship Id="rId6" Type="http://schemas.openxmlformats.org/officeDocument/2006/relationships/image" Target="../media/image94.svg"/><Relationship Id="rId59" Type="http://schemas.openxmlformats.org/officeDocument/2006/relationships/tags" Target="../tags/tag413.xml"/><Relationship Id="rId58" Type="http://schemas.openxmlformats.org/officeDocument/2006/relationships/tags" Target="../tags/tag412.xml"/><Relationship Id="rId57" Type="http://schemas.openxmlformats.org/officeDocument/2006/relationships/tags" Target="../tags/tag411.xml"/><Relationship Id="rId56" Type="http://schemas.openxmlformats.org/officeDocument/2006/relationships/image" Target="../media/image108.svg"/><Relationship Id="rId55" Type="http://schemas.openxmlformats.org/officeDocument/2006/relationships/image" Target="../media/image107.png"/><Relationship Id="rId54" Type="http://schemas.openxmlformats.org/officeDocument/2006/relationships/tags" Target="../tags/tag410.xml"/><Relationship Id="rId53" Type="http://schemas.openxmlformats.org/officeDocument/2006/relationships/tags" Target="../tags/tag409.xml"/><Relationship Id="rId52" Type="http://schemas.openxmlformats.org/officeDocument/2006/relationships/tags" Target="../tags/tag408.xml"/><Relationship Id="rId51" Type="http://schemas.openxmlformats.org/officeDocument/2006/relationships/tags" Target="../tags/tag407.xml"/><Relationship Id="rId50" Type="http://schemas.openxmlformats.org/officeDocument/2006/relationships/image" Target="../media/image106.svg"/><Relationship Id="rId5" Type="http://schemas.openxmlformats.org/officeDocument/2006/relationships/image" Target="../media/image93.png"/><Relationship Id="rId49" Type="http://schemas.openxmlformats.org/officeDocument/2006/relationships/image" Target="../media/image105.png"/><Relationship Id="rId48" Type="http://schemas.openxmlformats.org/officeDocument/2006/relationships/tags" Target="../tags/tag406.xml"/><Relationship Id="rId47" Type="http://schemas.openxmlformats.org/officeDocument/2006/relationships/tags" Target="../tags/tag405.xml"/><Relationship Id="rId46" Type="http://schemas.openxmlformats.org/officeDocument/2006/relationships/tags" Target="../tags/tag404.xml"/><Relationship Id="rId45" Type="http://schemas.openxmlformats.org/officeDocument/2006/relationships/tags" Target="../tags/tag403.xml"/><Relationship Id="rId44" Type="http://schemas.openxmlformats.org/officeDocument/2006/relationships/tags" Target="../tags/tag402.xml"/><Relationship Id="rId43" Type="http://schemas.openxmlformats.org/officeDocument/2006/relationships/image" Target="../media/image104.svg"/><Relationship Id="rId42" Type="http://schemas.openxmlformats.org/officeDocument/2006/relationships/image" Target="../media/image103.png"/><Relationship Id="rId41" Type="http://schemas.openxmlformats.org/officeDocument/2006/relationships/tags" Target="../tags/tag401.xml"/><Relationship Id="rId40" Type="http://schemas.openxmlformats.org/officeDocument/2006/relationships/tags" Target="../tags/tag400.xml"/><Relationship Id="rId4" Type="http://schemas.openxmlformats.org/officeDocument/2006/relationships/tags" Target="../tags/tag376.xml"/><Relationship Id="rId39" Type="http://schemas.openxmlformats.org/officeDocument/2006/relationships/tags" Target="../tags/tag399.xml"/><Relationship Id="rId38" Type="http://schemas.openxmlformats.org/officeDocument/2006/relationships/tags" Target="../tags/tag398.xml"/><Relationship Id="rId37" Type="http://schemas.openxmlformats.org/officeDocument/2006/relationships/image" Target="../media/image102.svg"/><Relationship Id="rId36" Type="http://schemas.openxmlformats.org/officeDocument/2006/relationships/image" Target="../media/image101.png"/><Relationship Id="rId35" Type="http://schemas.openxmlformats.org/officeDocument/2006/relationships/tags" Target="../tags/tag397.xml"/><Relationship Id="rId34" Type="http://schemas.openxmlformats.org/officeDocument/2006/relationships/tags" Target="../tags/tag396.xml"/><Relationship Id="rId33" Type="http://schemas.openxmlformats.org/officeDocument/2006/relationships/tags" Target="../tags/tag395.xml"/><Relationship Id="rId32" Type="http://schemas.openxmlformats.org/officeDocument/2006/relationships/tags" Target="../tags/tag394.xml"/><Relationship Id="rId31" Type="http://schemas.openxmlformats.org/officeDocument/2006/relationships/tags" Target="../tags/tag393.xml"/><Relationship Id="rId30" Type="http://schemas.openxmlformats.org/officeDocument/2006/relationships/image" Target="../media/image100.svg"/><Relationship Id="rId3" Type="http://schemas.openxmlformats.org/officeDocument/2006/relationships/tags" Target="../tags/tag375.xml"/><Relationship Id="rId29" Type="http://schemas.openxmlformats.org/officeDocument/2006/relationships/image" Target="../media/image99.png"/><Relationship Id="rId28" Type="http://schemas.openxmlformats.org/officeDocument/2006/relationships/tags" Target="../tags/tag392.xml"/><Relationship Id="rId27" Type="http://schemas.openxmlformats.org/officeDocument/2006/relationships/tags" Target="../tags/tag391.xml"/><Relationship Id="rId26" Type="http://schemas.openxmlformats.org/officeDocument/2006/relationships/tags" Target="../tags/tag390.xml"/><Relationship Id="rId25" Type="http://schemas.openxmlformats.org/officeDocument/2006/relationships/tags" Target="../tags/tag389.xml"/><Relationship Id="rId24" Type="http://schemas.openxmlformats.org/officeDocument/2006/relationships/image" Target="../media/image98.svg"/><Relationship Id="rId23" Type="http://schemas.openxmlformats.org/officeDocument/2006/relationships/image" Target="../media/image97.png"/><Relationship Id="rId22" Type="http://schemas.openxmlformats.org/officeDocument/2006/relationships/tags" Target="../tags/tag388.xml"/><Relationship Id="rId21" Type="http://schemas.openxmlformats.org/officeDocument/2006/relationships/tags" Target="../tags/tag387.xml"/><Relationship Id="rId20" Type="http://schemas.openxmlformats.org/officeDocument/2006/relationships/tags" Target="../tags/tag386.xml"/><Relationship Id="rId2" Type="http://schemas.openxmlformats.org/officeDocument/2006/relationships/tags" Target="../tags/tag374.xml"/><Relationship Id="rId19" Type="http://schemas.openxmlformats.org/officeDocument/2006/relationships/tags" Target="../tags/tag385.xml"/><Relationship Id="rId18" Type="http://schemas.openxmlformats.org/officeDocument/2006/relationships/image" Target="../media/image96.svg"/><Relationship Id="rId17" Type="http://schemas.openxmlformats.org/officeDocument/2006/relationships/image" Target="../media/image33.png"/><Relationship Id="rId16" Type="http://schemas.openxmlformats.org/officeDocument/2006/relationships/tags" Target="../tags/tag384.xml"/><Relationship Id="rId15" Type="http://schemas.openxmlformats.org/officeDocument/2006/relationships/tags" Target="../tags/tag383.xml"/><Relationship Id="rId14" Type="http://schemas.openxmlformats.org/officeDocument/2006/relationships/tags" Target="../tags/tag382.xml"/><Relationship Id="rId13" Type="http://schemas.openxmlformats.org/officeDocument/2006/relationships/tags" Target="../tags/tag381.xml"/><Relationship Id="rId12" Type="http://schemas.openxmlformats.org/officeDocument/2006/relationships/image" Target="../media/image95.svg"/><Relationship Id="rId11" Type="http://schemas.openxmlformats.org/officeDocument/2006/relationships/image" Target="../media/image91.png"/><Relationship Id="rId10" Type="http://schemas.openxmlformats.org/officeDocument/2006/relationships/tags" Target="../tags/tag380.xml"/><Relationship Id="rId1" Type="http://schemas.openxmlformats.org/officeDocument/2006/relationships/tags" Target="../tags/tag37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433.xml"/><Relationship Id="rId2" Type="http://schemas.openxmlformats.org/officeDocument/2006/relationships/tags" Target="../tags/tag432.xml"/><Relationship Id="rId1" Type="http://schemas.openxmlformats.org/officeDocument/2006/relationships/tags" Target="../tags/tag43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42.xml"/><Relationship Id="rId8" Type="http://schemas.openxmlformats.org/officeDocument/2006/relationships/tags" Target="../tags/tag441.xml"/><Relationship Id="rId7" Type="http://schemas.openxmlformats.org/officeDocument/2006/relationships/tags" Target="../tags/tag440.xml"/><Relationship Id="rId6" Type="http://schemas.openxmlformats.org/officeDocument/2006/relationships/tags" Target="../tags/tag439.xml"/><Relationship Id="rId50" Type="http://schemas.openxmlformats.org/officeDocument/2006/relationships/slideLayout" Target="../slideLayouts/slideLayout16.xml"/><Relationship Id="rId5" Type="http://schemas.openxmlformats.org/officeDocument/2006/relationships/tags" Target="../tags/tag438.xml"/><Relationship Id="rId49" Type="http://schemas.openxmlformats.org/officeDocument/2006/relationships/tags" Target="../tags/tag470.xml"/><Relationship Id="rId48" Type="http://schemas.openxmlformats.org/officeDocument/2006/relationships/image" Target="../media/image126.svg"/><Relationship Id="rId47" Type="http://schemas.openxmlformats.org/officeDocument/2006/relationships/image" Target="../media/image125.png"/><Relationship Id="rId46" Type="http://schemas.openxmlformats.org/officeDocument/2006/relationships/tags" Target="../tags/tag469.xml"/><Relationship Id="rId45" Type="http://schemas.openxmlformats.org/officeDocument/2006/relationships/tags" Target="../tags/tag468.xml"/><Relationship Id="rId44" Type="http://schemas.openxmlformats.org/officeDocument/2006/relationships/tags" Target="../tags/tag467.xml"/><Relationship Id="rId43" Type="http://schemas.openxmlformats.org/officeDocument/2006/relationships/tags" Target="../tags/tag466.xml"/><Relationship Id="rId42" Type="http://schemas.openxmlformats.org/officeDocument/2006/relationships/image" Target="../media/image124.svg"/><Relationship Id="rId41" Type="http://schemas.openxmlformats.org/officeDocument/2006/relationships/image" Target="../media/image123.png"/><Relationship Id="rId40" Type="http://schemas.openxmlformats.org/officeDocument/2006/relationships/tags" Target="../tags/tag465.xml"/><Relationship Id="rId4" Type="http://schemas.openxmlformats.org/officeDocument/2006/relationships/tags" Target="../tags/tag437.xml"/><Relationship Id="rId39" Type="http://schemas.openxmlformats.org/officeDocument/2006/relationships/tags" Target="../tags/tag464.xml"/><Relationship Id="rId38" Type="http://schemas.openxmlformats.org/officeDocument/2006/relationships/tags" Target="../tags/tag463.xml"/><Relationship Id="rId37" Type="http://schemas.openxmlformats.org/officeDocument/2006/relationships/tags" Target="../tags/tag462.xml"/><Relationship Id="rId36" Type="http://schemas.openxmlformats.org/officeDocument/2006/relationships/image" Target="../media/image122.svg"/><Relationship Id="rId35" Type="http://schemas.openxmlformats.org/officeDocument/2006/relationships/image" Target="../media/image121.png"/><Relationship Id="rId34" Type="http://schemas.openxmlformats.org/officeDocument/2006/relationships/tags" Target="../tags/tag461.xml"/><Relationship Id="rId33" Type="http://schemas.openxmlformats.org/officeDocument/2006/relationships/tags" Target="../tags/tag460.xml"/><Relationship Id="rId32" Type="http://schemas.openxmlformats.org/officeDocument/2006/relationships/tags" Target="../tags/tag459.xml"/><Relationship Id="rId31" Type="http://schemas.openxmlformats.org/officeDocument/2006/relationships/tags" Target="../tags/tag458.xml"/><Relationship Id="rId30" Type="http://schemas.openxmlformats.org/officeDocument/2006/relationships/tags" Target="../tags/tag457.xml"/><Relationship Id="rId3" Type="http://schemas.openxmlformats.org/officeDocument/2006/relationships/tags" Target="../tags/tag436.xml"/><Relationship Id="rId29" Type="http://schemas.openxmlformats.org/officeDocument/2006/relationships/tags" Target="../tags/tag456.xml"/><Relationship Id="rId28" Type="http://schemas.openxmlformats.org/officeDocument/2006/relationships/tags" Target="../tags/tag455.xml"/><Relationship Id="rId27" Type="http://schemas.openxmlformats.org/officeDocument/2006/relationships/tags" Target="../tags/tag454.xml"/><Relationship Id="rId26" Type="http://schemas.openxmlformats.org/officeDocument/2006/relationships/tags" Target="../tags/tag453.xml"/><Relationship Id="rId25" Type="http://schemas.openxmlformats.org/officeDocument/2006/relationships/image" Target="../media/image120.svg"/><Relationship Id="rId24" Type="http://schemas.openxmlformats.org/officeDocument/2006/relationships/image" Target="../media/image119.png"/><Relationship Id="rId23" Type="http://schemas.openxmlformats.org/officeDocument/2006/relationships/tags" Target="../tags/tag452.xml"/><Relationship Id="rId22" Type="http://schemas.openxmlformats.org/officeDocument/2006/relationships/tags" Target="../tags/tag451.xml"/><Relationship Id="rId21" Type="http://schemas.openxmlformats.org/officeDocument/2006/relationships/tags" Target="../tags/tag450.xml"/><Relationship Id="rId20" Type="http://schemas.openxmlformats.org/officeDocument/2006/relationships/tags" Target="../tags/tag449.xml"/><Relationship Id="rId2" Type="http://schemas.openxmlformats.org/officeDocument/2006/relationships/tags" Target="../tags/tag435.xml"/><Relationship Id="rId19" Type="http://schemas.openxmlformats.org/officeDocument/2006/relationships/image" Target="../media/image70.svg"/><Relationship Id="rId18" Type="http://schemas.openxmlformats.org/officeDocument/2006/relationships/image" Target="../media/image69.png"/><Relationship Id="rId17" Type="http://schemas.openxmlformats.org/officeDocument/2006/relationships/tags" Target="../tags/tag448.xml"/><Relationship Id="rId16" Type="http://schemas.openxmlformats.org/officeDocument/2006/relationships/tags" Target="../tags/tag447.xml"/><Relationship Id="rId15" Type="http://schemas.openxmlformats.org/officeDocument/2006/relationships/tags" Target="../tags/tag446.xml"/><Relationship Id="rId14" Type="http://schemas.openxmlformats.org/officeDocument/2006/relationships/tags" Target="../tags/tag445.xml"/><Relationship Id="rId13" Type="http://schemas.openxmlformats.org/officeDocument/2006/relationships/image" Target="../media/image118.svg"/><Relationship Id="rId12" Type="http://schemas.openxmlformats.org/officeDocument/2006/relationships/image" Target="../media/image117.png"/><Relationship Id="rId11" Type="http://schemas.openxmlformats.org/officeDocument/2006/relationships/tags" Target="../tags/tag444.xml"/><Relationship Id="rId10" Type="http://schemas.openxmlformats.org/officeDocument/2006/relationships/tags" Target="../tags/tag443.xml"/><Relationship Id="rId1" Type="http://schemas.openxmlformats.org/officeDocument/2006/relationships/tags" Target="../tags/tag43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79.xml"/><Relationship Id="rId8" Type="http://schemas.openxmlformats.org/officeDocument/2006/relationships/tags" Target="../tags/tag478.xml"/><Relationship Id="rId7" Type="http://schemas.openxmlformats.org/officeDocument/2006/relationships/tags" Target="../tags/tag477.xml"/><Relationship Id="rId6" Type="http://schemas.openxmlformats.org/officeDocument/2006/relationships/tags" Target="../tags/tag476.xml"/><Relationship Id="rId53" Type="http://schemas.openxmlformats.org/officeDocument/2006/relationships/slideLayout" Target="../slideLayouts/slideLayout16.xml"/><Relationship Id="rId52" Type="http://schemas.openxmlformats.org/officeDocument/2006/relationships/tags" Target="../tags/tag516.xml"/><Relationship Id="rId51" Type="http://schemas.openxmlformats.org/officeDocument/2006/relationships/tags" Target="../tags/tag515.xml"/><Relationship Id="rId50" Type="http://schemas.openxmlformats.org/officeDocument/2006/relationships/tags" Target="../tags/tag514.xml"/><Relationship Id="rId5" Type="http://schemas.openxmlformats.org/officeDocument/2006/relationships/tags" Target="../tags/tag475.xml"/><Relationship Id="rId49" Type="http://schemas.openxmlformats.org/officeDocument/2006/relationships/tags" Target="../tags/tag513.xml"/><Relationship Id="rId48" Type="http://schemas.openxmlformats.org/officeDocument/2006/relationships/tags" Target="../tags/tag512.xml"/><Relationship Id="rId47" Type="http://schemas.openxmlformats.org/officeDocument/2006/relationships/tags" Target="../tags/tag511.xml"/><Relationship Id="rId46" Type="http://schemas.openxmlformats.org/officeDocument/2006/relationships/tags" Target="../tags/tag510.xml"/><Relationship Id="rId45" Type="http://schemas.openxmlformats.org/officeDocument/2006/relationships/tags" Target="../tags/tag509.xml"/><Relationship Id="rId44" Type="http://schemas.openxmlformats.org/officeDocument/2006/relationships/tags" Target="../tags/tag508.xml"/><Relationship Id="rId43" Type="http://schemas.openxmlformats.org/officeDocument/2006/relationships/tags" Target="../tags/tag507.xml"/><Relationship Id="rId42" Type="http://schemas.openxmlformats.org/officeDocument/2006/relationships/tags" Target="../tags/tag506.xml"/><Relationship Id="rId41" Type="http://schemas.openxmlformats.org/officeDocument/2006/relationships/tags" Target="../tags/tag505.xml"/><Relationship Id="rId40" Type="http://schemas.openxmlformats.org/officeDocument/2006/relationships/tags" Target="../tags/tag504.xml"/><Relationship Id="rId4" Type="http://schemas.openxmlformats.org/officeDocument/2006/relationships/tags" Target="../tags/tag474.xml"/><Relationship Id="rId39" Type="http://schemas.openxmlformats.org/officeDocument/2006/relationships/image" Target="../media/image132.svg"/><Relationship Id="rId38" Type="http://schemas.openxmlformats.org/officeDocument/2006/relationships/image" Target="../media/image131.png"/><Relationship Id="rId37" Type="http://schemas.openxmlformats.org/officeDocument/2006/relationships/tags" Target="../tags/tag503.xml"/><Relationship Id="rId36" Type="http://schemas.openxmlformats.org/officeDocument/2006/relationships/tags" Target="../tags/tag502.xml"/><Relationship Id="rId35" Type="http://schemas.openxmlformats.org/officeDocument/2006/relationships/tags" Target="../tags/tag501.xml"/><Relationship Id="rId34" Type="http://schemas.openxmlformats.org/officeDocument/2006/relationships/tags" Target="../tags/tag500.xml"/><Relationship Id="rId33" Type="http://schemas.openxmlformats.org/officeDocument/2006/relationships/tags" Target="../tags/tag499.xml"/><Relationship Id="rId32" Type="http://schemas.openxmlformats.org/officeDocument/2006/relationships/tags" Target="../tags/tag498.xml"/><Relationship Id="rId31" Type="http://schemas.openxmlformats.org/officeDocument/2006/relationships/tags" Target="../tags/tag497.xml"/><Relationship Id="rId30" Type="http://schemas.openxmlformats.org/officeDocument/2006/relationships/tags" Target="../tags/tag496.xml"/><Relationship Id="rId3" Type="http://schemas.openxmlformats.org/officeDocument/2006/relationships/tags" Target="../tags/tag473.xml"/><Relationship Id="rId29" Type="http://schemas.openxmlformats.org/officeDocument/2006/relationships/image" Target="../media/image130.svg"/><Relationship Id="rId28" Type="http://schemas.openxmlformats.org/officeDocument/2006/relationships/image" Target="../media/image129.png"/><Relationship Id="rId27" Type="http://schemas.openxmlformats.org/officeDocument/2006/relationships/tags" Target="../tags/tag495.xml"/><Relationship Id="rId26" Type="http://schemas.openxmlformats.org/officeDocument/2006/relationships/tags" Target="../tags/tag494.xml"/><Relationship Id="rId25" Type="http://schemas.openxmlformats.org/officeDocument/2006/relationships/tags" Target="../tags/tag493.xml"/><Relationship Id="rId24" Type="http://schemas.openxmlformats.org/officeDocument/2006/relationships/tags" Target="../tags/tag492.xml"/><Relationship Id="rId23" Type="http://schemas.openxmlformats.org/officeDocument/2006/relationships/tags" Target="../tags/tag491.xml"/><Relationship Id="rId22" Type="http://schemas.openxmlformats.org/officeDocument/2006/relationships/tags" Target="../tags/tag490.xml"/><Relationship Id="rId21" Type="http://schemas.openxmlformats.org/officeDocument/2006/relationships/tags" Target="../tags/tag489.xml"/><Relationship Id="rId20" Type="http://schemas.openxmlformats.org/officeDocument/2006/relationships/tags" Target="../tags/tag488.xml"/><Relationship Id="rId2" Type="http://schemas.openxmlformats.org/officeDocument/2006/relationships/tags" Target="../tags/tag472.xml"/><Relationship Id="rId19" Type="http://schemas.openxmlformats.org/officeDocument/2006/relationships/image" Target="../media/image128.svg"/><Relationship Id="rId18" Type="http://schemas.openxmlformats.org/officeDocument/2006/relationships/image" Target="../media/image127.png"/><Relationship Id="rId17" Type="http://schemas.openxmlformats.org/officeDocument/2006/relationships/tags" Target="../tags/tag487.xml"/><Relationship Id="rId16" Type="http://schemas.openxmlformats.org/officeDocument/2006/relationships/tags" Target="../tags/tag486.xml"/><Relationship Id="rId15" Type="http://schemas.openxmlformats.org/officeDocument/2006/relationships/tags" Target="../tags/tag485.xml"/><Relationship Id="rId14" Type="http://schemas.openxmlformats.org/officeDocument/2006/relationships/tags" Target="../tags/tag484.xml"/><Relationship Id="rId13" Type="http://schemas.openxmlformats.org/officeDocument/2006/relationships/tags" Target="../tags/tag483.xml"/><Relationship Id="rId12" Type="http://schemas.openxmlformats.org/officeDocument/2006/relationships/tags" Target="../tags/tag482.xml"/><Relationship Id="rId11" Type="http://schemas.openxmlformats.org/officeDocument/2006/relationships/tags" Target="../tags/tag481.xml"/><Relationship Id="rId10" Type="http://schemas.openxmlformats.org/officeDocument/2006/relationships/tags" Target="../tags/tag480.xml"/><Relationship Id="rId1" Type="http://schemas.openxmlformats.org/officeDocument/2006/relationships/tags" Target="../tags/tag47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25.xml"/><Relationship Id="rId8" Type="http://schemas.openxmlformats.org/officeDocument/2006/relationships/tags" Target="../tags/tag524.xml"/><Relationship Id="rId7" Type="http://schemas.openxmlformats.org/officeDocument/2006/relationships/tags" Target="../tags/tag523.xml"/><Relationship Id="rId6" Type="http://schemas.openxmlformats.org/officeDocument/2006/relationships/tags" Target="../tags/tag522.xml"/><Relationship Id="rId5" Type="http://schemas.openxmlformats.org/officeDocument/2006/relationships/tags" Target="../tags/tag521.xml"/><Relationship Id="rId49" Type="http://schemas.openxmlformats.org/officeDocument/2006/relationships/slideLayout" Target="../slideLayouts/slideLayout16.xml"/><Relationship Id="rId48" Type="http://schemas.openxmlformats.org/officeDocument/2006/relationships/tags" Target="../tags/tag558.xml"/><Relationship Id="rId47" Type="http://schemas.openxmlformats.org/officeDocument/2006/relationships/tags" Target="../tags/tag557.xml"/><Relationship Id="rId46" Type="http://schemas.openxmlformats.org/officeDocument/2006/relationships/tags" Target="../tags/tag556.xml"/><Relationship Id="rId45" Type="http://schemas.openxmlformats.org/officeDocument/2006/relationships/tags" Target="../tags/tag555.xml"/><Relationship Id="rId44" Type="http://schemas.openxmlformats.org/officeDocument/2006/relationships/tags" Target="../tags/tag554.xml"/><Relationship Id="rId43" Type="http://schemas.openxmlformats.org/officeDocument/2006/relationships/tags" Target="../tags/tag553.xml"/><Relationship Id="rId42" Type="http://schemas.openxmlformats.org/officeDocument/2006/relationships/tags" Target="../tags/tag552.xml"/><Relationship Id="rId41" Type="http://schemas.openxmlformats.org/officeDocument/2006/relationships/tags" Target="../tags/tag551.xml"/><Relationship Id="rId40" Type="http://schemas.openxmlformats.org/officeDocument/2006/relationships/tags" Target="../tags/tag550.xml"/><Relationship Id="rId4" Type="http://schemas.openxmlformats.org/officeDocument/2006/relationships/tags" Target="../tags/tag520.xml"/><Relationship Id="rId39" Type="http://schemas.openxmlformats.org/officeDocument/2006/relationships/tags" Target="../tags/tag549.xml"/><Relationship Id="rId38" Type="http://schemas.openxmlformats.org/officeDocument/2006/relationships/tags" Target="../tags/tag548.xml"/><Relationship Id="rId37" Type="http://schemas.openxmlformats.org/officeDocument/2006/relationships/tags" Target="../tags/tag547.xml"/><Relationship Id="rId36" Type="http://schemas.openxmlformats.org/officeDocument/2006/relationships/tags" Target="../tags/tag546.xml"/><Relationship Id="rId35" Type="http://schemas.openxmlformats.org/officeDocument/2006/relationships/tags" Target="../tags/tag545.xml"/><Relationship Id="rId34" Type="http://schemas.openxmlformats.org/officeDocument/2006/relationships/tags" Target="../tags/tag544.xml"/><Relationship Id="rId33" Type="http://schemas.openxmlformats.org/officeDocument/2006/relationships/tags" Target="../tags/tag543.xml"/><Relationship Id="rId32" Type="http://schemas.openxmlformats.org/officeDocument/2006/relationships/tags" Target="../tags/tag542.xml"/><Relationship Id="rId31" Type="http://schemas.openxmlformats.org/officeDocument/2006/relationships/tags" Target="../tags/tag541.xml"/><Relationship Id="rId30" Type="http://schemas.openxmlformats.org/officeDocument/2006/relationships/tags" Target="../tags/tag540.xml"/><Relationship Id="rId3" Type="http://schemas.openxmlformats.org/officeDocument/2006/relationships/tags" Target="../tags/tag519.xml"/><Relationship Id="rId29" Type="http://schemas.openxmlformats.org/officeDocument/2006/relationships/image" Target="../media/image14.svg"/><Relationship Id="rId28" Type="http://schemas.openxmlformats.org/officeDocument/2006/relationships/image" Target="../media/image134.png"/><Relationship Id="rId27" Type="http://schemas.openxmlformats.org/officeDocument/2006/relationships/tags" Target="../tags/tag539.xml"/><Relationship Id="rId26" Type="http://schemas.openxmlformats.org/officeDocument/2006/relationships/tags" Target="../tags/tag538.xml"/><Relationship Id="rId25" Type="http://schemas.openxmlformats.org/officeDocument/2006/relationships/tags" Target="../tags/tag537.xml"/><Relationship Id="rId24" Type="http://schemas.openxmlformats.org/officeDocument/2006/relationships/tags" Target="../tags/tag536.xml"/><Relationship Id="rId23" Type="http://schemas.openxmlformats.org/officeDocument/2006/relationships/tags" Target="../tags/tag535.xml"/><Relationship Id="rId22" Type="http://schemas.openxmlformats.org/officeDocument/2006/relationships/image" Target="../media/image52.svg"/><Relationship Id="rId21" Type="http://schemas.openxmlformats.org/officeDocument/2006/relationships/image" Target="../media/image133.png"/><Relationship Id="rId20" Type="http://schemas.openxmlformats.org/officeDocument/2006/relationships/tags" Target="../tags/tag534.xml"/><Relationship Id="rId2" Type="http://schemas.openxmlformats.org/officeDocument/2006/relationships/tags" Target="../tags/tag518.xml"/><Relationship Id="rId19" Type="http://schemas.openxmlformats.org/officeDocument/2006/relationships/tags" Target="../tags/tag533.xml"/><Relationship Id="rId18" Type="http://schemas.openxmlformats.org/officeDocument/2006/relationships/tags" Target="../tags/tag532.xml"/><Relationship Id="rId17" Type="http://schemas.openxmlformats.org/officeDocument/2006/relationships/tags" Target="../tags/tag531.xml"/><Relationship Id="rId16" Type="http://schemas.openxmlformats.org/officeDocument/2006/relationships/tags" Target="../tags/tag530.xml"/><Relationship Id="rId15" Type="http://schemas.openxmlformats.org/officeDocument/2006/relationships/image" Target="../media/image44.svg"/><Relationship Id="rId14" Type="http://schemas.openxmlformats.org/officeDocument/2006/relationships/image" Target="../media/image78.png"/><Relationship Id="rId13" Type="http://schemas.openxmlformats.org/officeDocument/2006/relationships/tags" Target="../tags/tag529.xml"/><Relationship Id="rId12" Type="http://schemas.openxmlformats.org/officeDocument/2006/relationships/tags" Target="../tags/tag528.xml"/><Relationship Id="rId11" Type="http://schemas.openxmlformats.org/officeDocument/2006/relationships/tags" Target="../tags/tag527.xml"/><Relationship Id="rId10" Type="http://schemas.openxmlformats.org/officeDocument/2006/relationships/tags" Target="../tags/tag526.xml"/><Relationship Id="rId1" Type="http://schemas.openxmlformats.org/officeDocument/2006/relationships/tags" Target="../tags/tag51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65.xml"/><Relationship Id="rId8" Type="http://schemas.openxmlformats.org/officeDocument/2006/relationships/tags" Target="../tags/tag564.xml"/><Relationship Id="rId79" Type="http://schemas.openxmlformats.org/officeDocument/2006/relationships/slideLayout" Target="../slideLayouts/slideLayout16.xml"/><Relationship Id="rId78" Type="http://schemas.openxmlformats.org/officeDocument/2006/relationships/tags" Target="../tags/tag614.xml"/><Relationship Id="rId77" Type="http://schemas.openxmlformats.org/officeDocument/2006/relationships/tags" Target="../tags/tag613.xml"/><Relationship Id="rId76" Type="http://schemas.openxmlformats.org/officeDocument/2006/relationships/image" Target="../media/image156.svg"/><Relationship Id="rId75" Type="http://schemas.openxmlformats.org/officeDocument/2006/relationships/image" Target="../media/image155.png"/><Relationship Id="rId74" Type="http://schemas.openxmlformats.org/officeDocument/2006/relationships/tags" Target="../tags/tag612.xml"/><Relationship Id="rId73" Type="http://schemas.openxmlformats.org/officeDocument/2006/relationships/tags" Target="../tags/tag611.xml"/><Relationship Id="rId72" Type="http://schemas.openxmlformats.org/officeDocument/2006/relationships/tags" Target="../tags/tag610.xml"/><Relationship Id="rId71" Type="http://schemas.openxmlformats.org/officeDocument/2006/relationships/tags" Target="../tags/tag609.xml"/><Relationship Id="rId70" Type="http://schemas.openxmlformats.org/officeDocument/2006/relationships/tags" Target="../tags/tag608.xml"/><Relationship Id="rId7" Type="http://schemas.openxmlformats.org/officeDocument/2006/relationships/tags" Target="../tags/tag563.xml"/><Relationship Id="rId69" Type="http://schemas.openxmlformats.org/officeDocument/2006/relationships/image" Target="../media/image154.svg"/><Relationship Id="rId68" Type="http://schemas.openxmlformats.org/officeDocument/2006/relationships/image" Target="../media/image153.png"/><Relationship Id="rId67" Type="http://schemas.openxmlformats.org/officeDocument/2006/relationships/tags" Target="../tags/tag607.xml"/><Relationship Id="rId66" Type="http://schemas.openxmlformats.org/officeDocument/2006/relationships/tags" Target="../tags/tag606.xml"/><Relationship Id="rId65" Type="http://schemas.openxmlformats.org/officeDocument/2006/relationships/tags" Target="../tags/tag605.xml"/><Relationship Id="rId64" Type="http://schemas.openxmlformats.org/officeDocument/2006/relationships/tags" Target="../tags/tag604.xml"/><Relationship Id="rId63" Type="http://schemas.openxmlformats.org/officeDocument/2006/relationships/tags" Target="../tags/tag603.xml"/><Relationship Id="rId62" Type="http://schemas.openxmlformats.org/officeDocument/2006/relationships/image" Target="../media/image152.svg"/><Relationship Id="rId61" Type="http://schemas.openxmlformats.org/officeDocument/2006/relationships/image" Target="../media/image151.png"/><Relationship Id="rId60" Type="http://schemas.openxmlformats.org/officeDocument/2006/relationships/tags" Target="../tags/tag602.xml"/><Relationship Id="rId6" Type="http://schemas.openxmlformats.org/officeDocument/2006/relationships/image" Target="../media/image136.svg"/><Relationship Id="rId59" Type="http://schemas.openxmlformats.org/officeDocument/2006/relationships/tags" Target="../tags/tag601.xml"/><Relationship Id="rId58" Type="http://schemas.openxmlformats.org/officeDocument/2006/relationships/tags" Target="../tags/tag600.xml"/><Relationship Id="rId57" Type="http://schemas.openxmlformats.org/officeDocument/2006/relationships/tags" Target="../tags/tag599.xml"/><Relationship Id="rId56" Type="http://schemas.openxmlformats.org/officeDocument/2006/relationships/tags" Target="../tags/tag598.xml"/><Relationship Id="rId55" Type="http://schemas.openxmlformats.org/officeDocument/2006/relationships/image" Target="../media/image150.svg"/><Relationship Id="rId54" Type="http://schemas.openxmlformats.org/officeDocument/2006/relationships/image" Target="../media/image149.png"/><Relationship Id="rId53" Type="http://schemas.openxmlformats.org/officeDocument/2006/relationships/tags" Target="../tags/tag597.xml"/><Relationship Id="rId52" Type="http://schemas.openxmlformats.org/officeDocument/2006/relationships/tags" Target="../tags/tag596.xml"/><Relationship Id="rId51" Type="http://schemas.openxmlformats.org/officeDocument/2006/relationships/tags" Target="../tags/tag595.xml"/><Relationship Id="rId50" Type="http://schemas.openxmlformats.org/officeDocument/2006/relationships/tags" Target="../tags/tag594.xml"/><Relationship Id="rId5" Type="http://schemas.openxmlformats.org/officeDocument/2006/relationships/image" Target="../media/image135.png"/><Relationship Id="rId49" Type="http://schemas.openxmlformats.org/officeDocument/2006/relationships/tags" Target="../tags/tag593.xml"/><Relationship Id="rId48" Type="http://schemas.openxmlformats.org/officeDocument/2006/relationships/image" Target="../media/image148.svg"/><Relationship Id="rId47" Type="http://schemas.openxmlformats.org/officeDocument/2006/relationships/image" Target="../media/image147.png"/><Relationship Id="rId46" Type="http://schemas.openxmlformats.org/officeDocument/2006/relationships/tags" Target="../tags/tag592.xml"/><Relationship Id="rId45" Type="http://schemas.openxmlformats.org/officeDocument/2006/relationships/tags" Target="../tags/tag591.xml"/><Relationship Id="rId44" Type="http://schemas.openxmlformats.org/officeDocument/2006/relationships/tags" Target="../tags/tag590.xml"/><Relationship Id="rId43" Type="http://schemas.openxmlformats.org/officeDocument/2006/relationships/tags" Target="../tags/tag589.xml"/><Relationship Id="rId42" Type="http://schemas.openxmlformats.org/officeDocument/2006/relationships/tags" Target="../tags/tag588.xml"/><Relationship Id="rId41" Type="http://schemas.openxmlformats.org/officeDocument/2006/relationships/image" Target="../media/image146.svg"/><Relationship Id="rId40" Type="http://schemas.openxmlformats.org/officeDocument/2006/relationships/image" Target="../media/image145.png"/><Relationship Id="rId4" Type="http://schemas.openxmlformats.org/officeDocument/2006/relationships/tags" Target="../tags/tag562.xml"/><Relationship Id="rId39" Type="http://schemas.openxmlformats.org/officeDocument/2006/relationships/tags" Target="../tags/tag587.xml"/><Relationship Id="rId38" Type="http://schemas.openxmlformats.org/officeDocument/2006/relationships/tags" Target="../tags/tag586.xml"/><Relationship Id="rId37" Type="http://schemas.openxmlformats.org/officeDocument/2006/relationships/tags" Target="../tags/tag585.xml"/><Relationship Id="rId36" Type="http://schemas.openxmlformats.org/officeDocument/2006/relationships/tags" Target="../tags/tag584.xml"/><Relationship Id="rId35" Type="http://schemas.openxmlformats.org/officeDocument/2006/relationships/tags" Target="../tags/tag583.xml"/><Relationship Id="rId34" Type="http://schemas.openxmlformats.org/officeDocument/2006/relationships/image" Target="../media/image144.svg"/><Relationship Id="rId33" Type="http://schemas.openxmlformats.org/officeDocument/2006/relationships/image" Target="../media/image143.png"/><Relationship Id="rId32" Type="http://schemas.openxmlformats.org/officeDocument/2006/relationships/tags" Target="../tags/tag582.xml"/><Relationship Id="rId31" Type="http://schemas.openxmlformats.org/officeDocument/2006/relationships/tags" Target="../tags/tag581.xml"/><Relationship Id="rId30" Type="http://schemas.openxmlformats.org/officeDocument/2006/relationships/tags" Target="../tags/tag580.xml"/><Relationship Id="rId3" Type="http://schemas.openxmlformats.org/officeDocument/2006/relationships/tags" Target="../tags/tag561.xml"/><Relationship Id="rId29" Type="http://schemas.openxmlformats.org/officeDocument/2006/relationships/tags" Target="../tags/tag579.xml"/><Relationship Id="rId28" Type="http://schemas.openxmlformats.org/officeDocument/2006/relationships/tags" Target="../tags/tag578.xml"/><Relationship Id="rId27" Type="http://schemas.openxmlformats.org/officeDocument/2006/relationships/image" Target="../media/image142.svg"/><Relationship Id="rId26" Type="http://schemas.openxmlformats.org/officeDocument/2006/relationships/image" Target="../media/image141.png"/><Relationship Id="rId25" Type="http://schemas.openxmlformats.org/officeDocument/2006/relationships/tags" Target="../tags/tag577.xml"/><Relationship Id="rId24" Type="http://schemas.openxmlformats.org/officeDocument/2006/relationships/tags" Target="../tags/tag576.xml"/><Relationship Id="rId23" Type="http://schemas.openxmlformats.org/officeDocument/2006/relationships/tags" Target="../tags/tag575.xml"/><Relationship Id="rId22" Type="http://schemas.openxmlformats.org/officeDocument/2006/relationships/tags" Target="../tags/tag574.xml"/><Relationship Id="rId21" Type="http://schemas.openxmlformats.org/officeDocument/2006/relationships/tags" Target="../tags/tag573.xml"/><Relationship Id="rId20" Type="http://schemas.openxmlformats.org/officeDocument/2006/relationships/image" Target="../media/image140.svg"/><Relationship Id="rId2" Type="http://schemas.openxmlformats.org/officeDocument/2006/relationships/tags" Target="../tags/tag560.xml"/><Relationship Id="rId19" Type="http://schemas.openxmlformats.org/officeDocument/2006/relationships/image" Target="../media/image139.png"/><Relationship Id="rId18" Type="http://schemas.openxmlformats.org/officeDocument/2006/relationships/tags" Target="../tags/tag572.xml"/><Relationship Id="rId17" Type="http://schemas.openxmlformats.org/officeDocument/2006/relationships/tags" Target="../tags/tag571.xml"/><Relationship Id="rId16" Type="http://schemas.openxmlformats.org/officeDocument/2006/relationships/tags" Target="../tags/tag570.xml"/><Relationship Id="rId15" Type="http://schemas.openxmlformats.org/officeDocument/2006/relationships/tags" Target="../tags/tag569.xml"/><Relationship Id="rId14" Type="http://schemas.openxmlformats.org/officeDocument/2006/relationships/tags" Target="../tags/tag568.xml"/><Relationship Id="rId13" Type="http://schemas.openxmlformats.org/officeDocument/2006/relationships/image" Target="../media/image138.svg"/><Relationship Id="rId12" Type="http://schemas.openxmlformats.org/officeDocument/2006/relationships/image" Target="../media/image137.png"/><Relationship Id="rId11" Type="http://schemas.openxmlformats.org/officeDocument/2006/relationships/tags" Target="../tags/tag567.xml"/><Relationship Id="rId10" Type="http://schemas.openxmlformats.org/officeDocument/2006/relationships/tags" Target="../tags/tag566.xml"/><Relationship Id="rId1" Type="http://schemas.openxmlformats.org/officeDocument/2006/relationships/tags" Target="../tags/tag55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png"/><Relationship Id="rId8" Type="http://schemas.openxmlformats.org/officeDocument/2006/relationships/tags" Target="../tags/tag622.xml"/><Relationship Id="rId77" Type="http://schemas.openxmlformats.org/officeDocument/2006/relationships/slideLayout" Target="../slideLayouts/slideLayout16.xml"/><Relationship Id="rId76" Type="http://schemas.openxmlformats.org/officeDocument/2006/relationships/tags" Target="../tags/tag668.xml"/><Relationship Id="rId75" Type="http://schemas.openxmlformats.org/officeDocument/2006/relationships/image" Target="../media/image174.svg"/><Relationship Id="rId74" Type="http://schemas.openxmlformats.org/officeDocument/2006/relationships/image" Target="../media/image173.png"/><Relationship Id="rId73" Type="http://schemas.openxmlformats.org/officeDocument/2006/relationships/tags" Target="../tags/tag667.xml"/><Relationship Id="rId72" Type="http://schemas.openxmlformats.org/officeDocument/2006/relationships/tags" Target="../tags/tag666.xml"/><Relationship Id="rId71" Type="http://schemas.openxmlformats.org/officeDocument/2006/relationships/tags" Target="../tags/tag665.xml"/><Relationship Id="rId70" Type="http://schemas.openxmlformats.org/officeDocument/2006/relationships/image" Target="../media/image172.svg"/><Relationship Id="rId7" Type="http://schemas.openxmlformats.org/officeDocument/2006/relationships/tags" Target="../tags/tag621.xml"/><Relationship Id="rId69" Type="http://schemas.openxmlformats.org/officeDocument/2006/relationships/image" Target="../media/image171.png"/><Relationship Id="rId68" Type="http://schemas.openxmlformats.org/officeDocument/2006/relationships/tags" Target="../tags/tag664.xml"/><Relationship Id="rId67" Type="http://schemas.openxmlformats.org/officeDocument/2006/relationships/tags" Target="../tags/tag663.xml"/><Relationship Id="rId66" Type="http://schemas.openxmlformats.org/officeDocument/2006/relationships/tags" Target="../tags/tag662.xml"/><Relationship Id="rId65" Type="http://schemas.openxmlformats.org/officeDocument/2006/relationships/tags" Target="../tags/tag661.xml"/><Relationship Id="rId64" Type="http://schemas.openxmlformats.org/officeDocument/2006/relationships/tags" Target="../tags/tag660.xml"/><Relationship Id="rId63" Type="http://schemas.openxmlformats.org/officeDocument/2006/relationships/tags" Target="../tags/tag659.xml"/><Relationship Id="rId62" Type="http://schemas.openxmlformats.org/officeDocument/2006/relationships/tags" Target="../tags/tag658.xml"/><Relationship Id="rId61" Type="http://schemas.openxmlformats.org/officeDocument/2006/relationships/tags" Target="../tags/tag657.xml"/><Relationship Id="rId60" Type="http://schemas.openxmlformats.org/officeDocument/2006/relationships/image" Target="../media/image170.svg"/><Relationship Id="rId6" Type="http://schemas.openxmlformats.org/officeDocument/2006/relationships/tags" Target="../tags/tag620.xml"/><Relationship Id="rId59" Type="http://schemas.openxmlformats.org/officeDocument/2006/relationships/image" Target="../media/image169.png"/><Relationship Id="rId58" Type="http://schemas.openxmlformats.org/officeDocument/2006/relationships/tags" Target="../tags/tag656.xml"/><Relationship Id="rId57" Type="http://schemas.openxmlformats.org/officeDocument/2006/relationships/tags" Target="../tags/tag655.xml"/><Relationship Id="rId56" Type="http://schemas.openxmlformats.org/officeDocument/2006/relationships/tags" Target="../tags/tag654.xml"/><Relationship Id="rId55" Type="http://schemas.openxmlformats.org/officeDocument/2006/relationships/image" Target="../media/image168.svg"/><Relationship Id="rId54" Type="http://schemas.openxmlformats.org/officeDocument/2006/relationships/image" Target="../media/image167.png"/><Relationship Id="rId53" Type="http://schemas.openxmlformats.org/officeDocument/2006/relationships/tags" Target="../tags/tag653.xml"/><Relationship Id="rId52" Type="http://schemas.openxmlformats.org/officeDocument/2006/relationships/tags" Target="../tags/tag652.xml"/><Relationship Id="rId51" Type="http://schemas.openxmlformats.org/officeDocument/2006/relationships/tags" Target="../tags/tag651.xml"/><Relationship Id="rId50" Type="http://schemas.openxmlformats.org/officeDocument/2006/relationships/image" Target="../media/image42.svg"/><Relationship Id="rId5" Type="http://schemas.openxmlformats.org/officeDocument/2006/relationships/tags" Target="../tags/tag619.xml"/><Relationship Id="rId49" Type="http://schemas.openxmlformats.org/officeDocument/2006/relationships/image" Target="../media/image166.png"/><Relationship Id="rId48" Type="http://schemas.openxmlformats.org/officeDocument/2006/relationships/tags" Target="../tags/tag650.xml"/><Relationship Id="rId47" Type="http://schemas.openxmlformats.org/officeDocument/2006/relationships/tags" Target="../tags/tag649.xml"/><Relationship Id="rId46" Type="http://schemas.openxmlformats.org/officeDocument/2006/relationships/tags" Target="../tags/tag648.xml"/><Relationship Id="rId45" Type="http://schemas.openxmlformats.org/officeDocument/2006/relationships/tags" Target="../tags/tag647.xml"/><Relationship Id="rId44" Type="http://schemas.openxmlformats.org/officeDocument/2006/relationships/tags" Target="../tags/tag646.xml"/><Relationship Id="rId43" Type="http://schemas.openxmlformats.org/officeDocument/2006/relationships/tags" Target="../tags/tag645.xml"/><Relationship Id="rId42" Type="http://schemas.openxmlformats.org/officeDocument/2006/relationships/tags" Target="../tags/tag644.xml"/><Relationship Id="rId41" Type="http://schemas.openxmlformats.org/officeDocument/2006/relationships/tags" Target="../tags/tag643.xml"/><Relationship Id="rId40" Type="http://schemas.openxmlformats.org/officeDocument/2006/relationships/image" Target="../media/image144.svg"/><Relationship Id="rId4" Type="http://schemas.openxmlformats.org/officeDocument/2006/relationships/tags" Target="../tags/tag618.xml"/><Relationship Id="rId39" Type="http://schemas.openxmlformats.org/officeDocument/2006/relationships/image" Target="../media/image143.png"/><Relationship Id="rId38" Type="http://schemas.openxmlformats.org/officeDocument/2006/relationships/tags" Target="../tags/tag642.xml"/><Relationship Id="rId37" Type="http://schemas.openxmlformats.org/officeDocument/2006/relationships/tags" Target="../tags/tag641.xml"/><Relationship Id="rId36" Type="http://schemas.openxmlformats.org/officeDocument/2006/relationships/tags" Target="../tags/tag640.xml"/><Relationship Id="rId35" Type="http://schemas.openxmlformats.org/officeDocument/2006/relationships/image" Target="../media/image165.svg"/><Relationship Id="rId34" Type="http://schemas.openxmlformats.org/officeDocument/2006/relationships/image" Target="../media/image164.png"/><Relationship Id="rId33" Type="http://schemas.openxmlformats.org/officeDocument/2006/relationships/tags" Target="../tags/tag639.xml"/><Relationship Id="rId32" Type="http://schemas.openxmlformats.org/officeDocument/2006/relationships/tags" Target="../tags/tag638.xml"/><Relationship Id="rId31" Type="http://schemas.openxmlformats.org/officeDocument/2006/relationships/tags" Target="../tags/tag637.xml"/><Relationship Id="rId30" Type="http://schemas.openxmlformats.org/officeDocument/2006/relationships/image" Target="../media/image163.svg"/><Relationship Id="rId3" Type="http://schemas.openxmlformats.org/officeDocument/2006/relationships/tags" Target="../tags/tag617.xml"/><Relationship Id="rId29" Type="http://schemas.openxmlformats.org/officeDocument/2006/relationships/image" Target="../media/image162.png"/><Relationship Id="rId28" Type="http://schemas.openxmlformats.org/officeDocument/2006/relationships/tags" Target="../tags/tag636.xml"/><Relationship Id="rId27" Type="http://schemas.openxmlformats.org/officeDocument/2006/relationships/tags" Target="../tags/tag635.xml"/><Relationship Id="rId26" Type="http://schemas.openxmlformats.org/officeDocument/2006/relationships/tags" Target="../tags/tag634.xml"/><Relationship Id="rId25" Type="http://schemas.openxmlformats.org/officeDocument/2006/relationships/tags" Target="../tags/tag633.xml"/><Relationship Id="rId24" Type="http://schemas.openxmlformats.org/officeDocument/2006/relationships/tags" Target="../tags/tag632.xml"/><Relationship Id="rId23" Type="http://schemas.openxmlformats.org/officeDocument/2006/relationships/tags" Target="../tags/tag631.xml"/><Relationship Id="rId22" Type="http://schemas.openxmlformats.org/officeDocument/2006/relationships/tags" Target="../tags/tag630.xml"/><Relationship Id="rId21" Type="http://schemas.openxmlformats.org/officeDocument/2006/relationships/tags" Target="../tags/tag629.xml"/><Relationship Id="rId20" Type="http://schemas.openxmlformats.org/officeDocument/2006/relationships/image" Target="../media/image161.svg"/><Relationship Id="rId2" Type="http://schemas.openxmlformats.org/officeDocument/2006/relationships/tags" Target="../tags/tag616.xml"/><Relationship Id="rId19" Type="http://schemas.openxmlformats.org/officeDocument/2006/relationships/image" Target="../media/image160.png"/><Relationship Id="rId18" Type="http://schemas.openxmlformats.org/officeDocument/2006/relationships/tags" Target="../tags/tag628.xml"/><Relationship Id="rId17" Type="http://schemas.openxmlformats.org/officeDocument/2006/relationships/tags" Target="../tags/tag627.xml"/><Relationship Id="rId16" Type="http://schemas.openxmlformats.org/officeDocument/2006/relationships/tags" Target="../tags/tag626.xml"/><Relationship Id="rId15" Type="http://schemas.openxmlformats.org/officeDocument/2006/relationships/image" Target="../media/image159.svg"/><Relationship Id="rId14" Type="http://schemas.openxmlformats.org/officeDocument/2006/relationships/image" Target="../media/image158.png"/><Relationship Id="rId13" Type="http://schemas.openxmlformats.org/officeDocument/2006/relationships/tags" Target="../tags/tag625.xml"/><Relationship Id="rId12" Type="http://schemas.openxmlformats.org/officeDocument/2006/relationships/tags" Target="../tags/tag624.xml"/><Relationship Id="rId11" Type="http://schemas.openxmlformats.org/officeDocument/2006/relationships/tags" Target="../tags/tag623.xml"/><Relationship Id="rId10" Type="http://schemas.openxmlformats.org/officeDocument/2006/relationships/image" Target="../media/image40.svg"/><Relationship Id="rId1" Type="http://schemas.openxmlformats.org/officeDocument/2006/relationships/tags" Target="../tags/tag61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671.xml"/><Relationship Id="rId2" Type="http://schemas.openxmlformats.org/officeDocument/2006/relationships/tags" Target="../tags/tag670.xml"/><Relationship Id="rId1" Type="http://schemas.openxmlformats.org/officeDocument/2006/relationships/tags" Target="../tags/tag66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678.xml"/><Relationship Id="rId8" Type="http://schemas.openxmlformats.org/officeDocument/2006/relationships/tags" Target="../tags/tag677.xml"/><Relationship Id="rId7" Type="http://schemas.openxmlformats.org/officeDocument/2006/relationships/tags" Target="../tags/tag676.xml"/><Relationship Id="rId6" Type="http://schemas.openxmlformats.org/officeDocument/2006/relationships/image" Target="../media/image176.svg"/><Relationship Id="rId5" Type="http://schemas.openxmlformats.org/officeDocument/2006/relationships/image" Target="../media/image175.png"/><Relationship Id="rId4" Type="http://schemas.openxmlformats.org/officeDocument/2006/relationships/tags" Target="../tags/tag675.xml"/><Relationship Id="rId34" Type="http://schemas.openxmlformats.org/officeDocument/2006/relationships/slideLayout" Target="../slideLayouts/slideLayout16.xml"/><Relationship Id="rId33" Type="http://schemas.openxmlformats.org/officeDocument/2006/relationships/tags" Target="../tags/tag696.xml"/><Relationship Id="rId32" Type="http://schemas.openxmlformats.org/officeDocument/2006/relationships/tags" Target="../tags/tag695.xml"/><Relationship Id="rId31" Type="http://schemas.openxmlformats.org/officeDocument/2006/relationships/tags" Target="../tags/tag694.xml"/><Relationship Id="rId30" Type="http://schemas.openxmlformats.org/officeDocument/2006/relationships/image" Target="../media/image180.svg"/><Relationship Id="rId3" Type="http://schemas.openxmlformats.org/officeDocument/2006/relationships/tags" Target="../tags/tag674.xml"/><Relationship Id="rId29" Type="http://schemas.openxmlformats.org/officeDocument/2006/relationships/image" Target="../media/image179.png"/><Relationship Id="rId28" Type="http://schemas.openxmlformats.org/officeDocument/2006/relationships/tags" Target="../tags/tag693.xml"/><Relationship Id="rId27" Type="http://schemas.openxmlformats.org/officeDocument/2006/relationships/tags" Target="../tags/tag692.xml"/><Relationship Id="rId26" Type="http://schemas.openxmlformats.org/officeDocument/2006/relationships/tags" Target="../tags/tag691.xml"/><Relationship Id="rId25" Type="http://schemas.openxmlformats.org/officeDocument/2006/relationships/tags" Target="../tags/tag690.xml"/><Relationship Id="rId24" Type="http://schemas.openxmlformats.org/officeDocument/2006/relationships/tags" Target="../tags/tag689.xml"/><Relationship Id="rId23" Type="http://schemas.openxmlformats.org/officeDocument/2006/relationships/tags" Target="../tags/tag688.xml"/><Relationship Id="rId22" Type="http://schemas.openxmlformats.org/officeDocument/2006/relationships/image" Target="../media/image128.svg"/><Relationship Id="rId21" Type="http://schemas.openxmlformats.org/officeDocument/2006/relationships/image" Target="../media/image127.png"/><Relationship Id="rId20" Type="http://schemas.openxmlformats.org/officeDocument/2006/relationships/tags" Target="../tags/tag687.xml"/><Relationship Id="rId2" Type="http://schemas.openxmlformats.org/officeDocument/2006/relationships/tags" Target="../tags/tag673.xml"/><Relationship Id="rId19" Type="http://schemas.openxmlformats.org/officeDocument/2006/relationships/tags" Target="../tags/tag686.xml"/><Relationship Id="rId18" Type="http://schemas.openxmlformats.org/officeDocument/2006/relationships/tags" Target="../tags/tag685.xml"/><Relationship Id="rId17" Type="http://schemas.openxmlformats.org/officeDocument/2006/relationships/tags" Target="../tags/tag684.xml"/><Relationship Id="rId16" Type="http://schemas.openxmlformats.org/officeDocument/2006/relationships/tags" Target="../tags/tag683.xml"/><Relationship Id="rId15" Type="http://schemas.openxmlformats.org/officeDocument/2006/relationships/tags" Target="../tags/tag682.xml"/><Relationship Id="rId14" Type="http://schemas.openxmlformats.org/officeDocument/2006/relationships/image" Target="../media/image178.svg"/><Relationship Id="rId13" Type="http://schemas.openxmlformats.org/officeDocument/2006/relationships/image" Target="../media/image177.png"/><Relationship Id="rId12" Type="http://schemas.openxmlformats.org/officeDocument/2006/relationships/tags" Target="../tags/tag681.xml"/><Relationship Id="rId11" Type="http://schemas.openxmlformats.org/officeDocument/2006/relationships/tags" Target="../tags/tag680.xml"/><Relationship Id="rId10" Type="http://schemas.openxmlformats.org/officeDocument/2006/relationships/tags" Target="../tags/tag679.xml"/><Relationship Id="rId1" Type="http://schemas.openxmlformats.org/officeDocument/2006/relationships/tags" Target="../tags/tag67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705.xml"/><Relationship Id="rId8" Type="http://schemas.openxmlformats.org/officeDocument/2006/relationships/tags" Target="../tags/tag704.xml"/><Relationship Id="rId7" Type="http://schemas.openxmlformats.org/officeDocument/2006/relationships/tags" Target="../tags/tag703.xml"/><Relationship Id="rId6" Type="http://schemas.openxmlformats.org/officeDocument/2006/relationships/tags" Target="../tags/tag702.xml"/><Relationship Id="rId5" Type="http://schemas.openxmlformats.org/officeDocument/2006/relationships/tags" Target="../tags/tag701.xml"/><Relationship Id="rId4" Type="http://schemas.openxmlformats.org/officeDocument/2006/relationships/tags" Target="../tags/tag700.xml"/><Relationship Id="rId3" Type="http://schemas.openxmlformats.org/officeDocument/2006/relationships/tags" Target="../tags/tag699.xml"/><Relationship Id="rId2" Type="http://schemas.openxmlformats.org/officeDocument/2006/relationships/tags" Target="../tags/tag698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713.xml"/><Relationship Id="rId16" Type="http://schemas.openxmlformats.org/officeDocument/2006/relationships/tags" Target="../tags/tag712.xml"/><Relationship Id="rId15" Type="http://schemas.openxmlformats.org/officeDocument/2006/relationships/tags" Target="../tags/tag711.xml"/><Relationship Id="rId14" Type="http://schemas.openxmlformats.org/officeDocument/2006/relationships/tags" Target="../tags/tag710.xml"/><Relationship Id="rId13" Type="http://schemas.openxmlformats.org/officeDocument/2006/relationships/tags" Target="../tags/tag709.xml"/><Relationship Id="rId12" Type="http://schemas.openxmlformats.org/officeDocument/2006/relationships/tags" Target="../tags/tag708.xml"/><Relationship Id="rId11" Type="http://schemas.openxmlformats.org/officeDocument/2006/relationships/tags" Target="../tags/tag707.xml"/><Relationship Id="rId10" Type="http://schemas.openxmlformats.org/officeDocument/2006/relationships/tags" Target="../tags/tag706.xml"/><Relationship Id="rId1" Type="http://schemas.openxmlformats.org/officeDocument/2006/relationships/tags" Target="../tags/tag69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720.xml"/><Relationship Id="rId8" Type="http://schemas.openxmlformats.org/officeDocument/2006/relationships/tags" Target="../tags/tag719.xml"/><Relationship Id="rId7" Type="http://schemas.openxmlformats.org/officeDocument/2006/relationships/tags" Target="../tags/tag718.xml"/><Relationship Id="rId6" Type="http://schemas.openxmlformats.org/officeDocument/2006/relationships/image" Target="../media/image181.svg"/><Relationship Id="rId58" Type="http://schemas.openxmlformats.org/officeDocument/2006/relationships/slideLayout" Target="../slideLayouts/slideLayout16.xml"/><Relationship Id="rId57" Type="http://schemas.openxmlformats.org/officeDocument/2006/relationships/tags" Target="../tags/tag762.xml"/><Relationship Id="rId56" Type="http://schemas.openxmlformats.org/officeDocument/2006/relationships/tags" Target="../tags/tag761.xml"/><Relationship Id="rId55" Type="http://schemas.openxmlformats.org/officeDocument/2006/relationships/tags" Target="../tags/tag760.xml"/><Relationship Id="rId54" Type="http://schemas.openxmlformats.org/officeDocument/2006/relationships/tags" Target="../tags/tag759.xml"/><Relationship Id="rId53" Type="http://schemas.openxmlformats.org/officeDocument/2006/relationships/tags" Target="../tags/tag758.xml"/><Relationship Id="rId52" Type="http://schemas.openxmlformats.org/officeDocument/2006/relationships/tags" Target="../tags/tag757.xml"/><Relationship Id="rId51" Type="http://schemas.openxmlformats.org/officeDocument/2006/relationships/tags" Target="../tags/tag756.xml"/><Relationship Id="rId50" Type="http://schemas.openxmlformats.org/officeDocument/2006/relationships/tags" Target="../tags/tag755.xml"/><Relationship Id="rId5" Type="http://schemas.openxmlformats.org/officeDocument/2006/relationships/image" Target="../media/image72.png"/><Relationship Id="rId49" Type="http://schemas.openxmlformats.org/officeDocument/2006/relationships/tags" Target="../tags/tag754.xml"/><Relationship Id="rId48" Type="http://schemas.openxmlformats.org/officeDocument/2006/relationships/tags" Target="../tags/tag753.xml"/><Relationship Id="rId47" Type="http://schemas.openxmlformats.org/officeDocument/2006/relationships/tags" Target="../tags/tag752.xml"/><Relationship Id="rId46" Type="http://schemas.openxmlformats.org/officeDocument/2006/relationships/tags" Target="../tags/tag751.xml"/><Relationship Id="rId45" Type="http://schemas.openxmlformats.org/officeDocument/2006/relationships/tags" Target="../tags/tag750.xml"/><Relationship Id="rId44" Type="http://schemas.openxmlformats.org/officeDocument/2006/relationships/tags" Target="../tags/tag749.xml"/><Relationship Id="rId43" Type="http://schemas.openxmlformats.org/officeDocument/2006/relationships/tags" Target="../tags/tag748.xml"/><Relationship Id="rId42" Type="http://schemas.openxmlformats.org/officeDocument/2006/relationships/tags" Target="../tags/tag747.xml"/><Relationship Id="rId41" Type="http://schemas.openxmlformats.org/officeDocument/2006/relationships/tags" Target="../tags/tag746.xml"/><Relationship Id="rId40" Type="http://schemas.openxmlformats.org/officeDocument/2006/relationships/tags" Target="../tags/tag745.xml"/><Relationship Id="rId4" Type="http://schemas.openxmlformats.org/officeDocument/2006/relationships/tags" Target="../tags/tag717.xml"/><Relationship Id="rId39" Type="http://schemas.openxmlformats.org/officeDocument/2006/relationships/tags" Target="../tags/tag744.xml"/><Relationship Id="rId38" Type="http://schemas.openxmlformats.org/officeDocument/2006/relationships/tags" Target="../tags/tag743.xml"/><Relationship Id="rId37" Type="http://schemas.openxmlformats.org/officeDocument/2006/relationships/tags" Target="../tags/tag742.xml"/><Relationship Id="rId36" Type="http://schemas.openxmlformats.org/officeDocument/2006/relationships/tags" Target="../tags/tag741.xml"/><Relationship Id="rId35" Type="http://schemas.openxmlformats.org/officeDocument/2006/relationships/tags" Target="../tags/tag740.xml"/><Relationship Id="rId34" Type="http://schemas.openxmlformats.org/officeDocument/2006/relationships/tags" Target="../tags/tag739.xml"/><Relationship Id="rId33" Type="http://schemas.openxmlformats.org/officeDocument/2006/relationships/image" Target="../media/image185.svg"/><Relationship Id="rId32" Type="http://schemas.openxmlformats.org/officeDocument/2006/relationships/image" Target="../media/image184.png"/><Relationship Id="rId31" Type="http://schemas.openxmlformats.org/officeDocument/2006/relationships/tags" Target="../tags/tag738.xml"/><Relationship Id="rId30" Type="http://schemas.openxmlformats.org/officeDocument/2006/relationships/tags" Target="../tags/tag737.xml"/><Relationship Id="rId3" Type="http://schemas.openxmlformats.org/officeDocument/2006/relationships/tags" Target="../tags/tag716.xml"/><Relationship Id="rId29" Type="http://schemas.openxmlformats.org/officeDocument/2006/relationships/tags" Target="../tags/tag736.xml"/><Relationship Id="rId28" Type="http://schemas.openxmlformats.org/officeDocument/2006/relationships/tags" Target="../tags/tag735.xml"/><Relationship Id="rId27" Type="http://schemas.openxmlformats.org/officeDocument/2006/relationships/tags" Target="../tags/tag734.xml"/><Relationship Id="rId26" Type="http://schemas.openxmlformats.org/officeDocument/2006/relationships/tags" Target="../tags/tag733.xml"/><Relationship Id="rId25" Type="http://schemas.openxmlformats.org/officeDocument/2006/relationships/tags" Target="../tags/tag732.xml"/><Relationship Id="rId24" Type="http://schemas.openxmlformats.org/officeDocument/2006/relationships/image" Target="../media/image183.svg"/><Relationship Id="rId23" Type="http://schemas.openxmlformats.org/officeDocument/2006/relationships/image" Target="../media/image51.png"/><Relationship Id="rId22" Type="http://schemas.openxmlformats.org/officeDocument/2006/relationships/tags" Target="../tags/tag731.xml"/><Relationship Id="rId21" Type="http://schemas.openxmlformats.org/officeDocument/2006/relationships/tags" Target="../tags/tag730.xml"/><Relationship Id="rId20" Type="http://schemas.openxmlformats.org/officeDocument/2006/relationships/tags" Target="../tags/tag729.xml"/><Relationship Id="rId2" Type="http://schemas.openxmlformats.org/officeDocument/2006/relationships/tags" Target="../tags/tag715.xml"/><Relationship Id="rId19" Type="http://schemas.openxmlformats.org/officeDocument/2006/relationships/tags" Target="../tags/tag728.xml"/><Relationship Id="rId18" Type="http://schemas.openxmlformats.org/officeDocument/2006/relationships/tags" Target="../tags/tag727.xml"/><Relationship Id="rId17" Type="http://schemas.openxmlformats.org/officeDocument/2006/relationships/tags" Target="../tags/tag726.xml"/><Relationship Id="rId16" Type="http://schemas.openxmlformats.org/officeDocument/2006/relationships/tags" Target="../tags/tag725.xml"/><Relationship Id="rId15" Type="http://schemas.openxmlformats.org/officeDocument/2006/relationships/image" Target="../media/image182.svg"/><Relationship Id="rId14" Type="http://schemas.openxmlformats.org/officeDocument/2006/relationships/image" Target="../media/image49.png"/><Relationship Id="rId13" Type="http://schemas.openxmlformats.org/officeDocument/2006/relationships/tags" Target="../tags/tag724.xml"/><Relationship Id="rId12" Type="http://schemas.openxmlformats.org/officeDocument/2006/relationships/tags" Target="../tags/tag723.xml"/><Relationship Id="rId11" Type="http://schemas.openxmlformats.org/officeDocument/2006/relationships/tags" Target="../tags/tag722.xml"/><Relationship Id="rId10" Type="http://schemas.openxmlformats.org/officeDocument/2006/relationships/tags" Target="../tags/tag721.xml"/><Relationship Id="rId1" Type="http://schemas.openxmlformats.org/officeDocument/2006/relationships/tags" Target="../tags/tag71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765.xml"/><Relationship Id="rId2" Type="http://schemas.openxmlformats.org/officeDocument/2006/relationships/tags" Target="../tags/tag764.xml"/><Relationship Id="rId1" Type="http://schemas.openxmlformats.org/officeDocument/2006/relationships/tags" Target="../tags/tag7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5"/>
          <p:cNvSpPr>
            <a:spLocks noGrp="1"/>
          </p:cNvSpPr>
          <p:nvPr>
            <p:ph type="ctrTitle" idx="16387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HapTest动态分析框架的事件生成策略优化研究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>
          <a:xfrm>
            <a:off x="1016000" y="4749800"/>
            <a:ext cx="2540882" cy="1008320"/>
          </a:xfrm>
        </p:spPr>
        <p:txBody>
          <a:bodyPr>
            <a:normAutofit/>
          </a:bodyPr>
          <a:p>
            <a:r>
              <a:rPr lang="zh-CN" altLang="en-US"/>
              <a:t>汇报人：付明达 </a:t>
            </a:r>
            <a:r>
              <a:rPr lang="en-US" altLang="zh-CN"/>
              <a:t>23009200701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研究背景与意义</a:t>
            </a:r>
            <a:endParaRPr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国内外研究现状</a:t>
            </a:r>
            <a:endParaRPr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框架与问题分析</a:t>
            </a:r>
            <a:endParaRPr lang="zh-CN"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9569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646747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46747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改进方案设计</a:t>
            </a:r>
            <a:endParaRPr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4"/>
            </p:custDataLst>
          </p:nvPr>
        </p:nvSpPr>
        <p:spPr>
          <a:xfrm>
            <a:off x="690245" y="49383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5"/>
            </p:custDataLst>
          </p:nvPr>
        </p:nvSpPr>
        <p:spPr>
          <a:xfrm>
            <a:off x="962025" y="57816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962025" y="59074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可行性分析与预期成果</a:t>
            </a:r>
            <a:endParaRPr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96202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8"/>
            </p:custDataLst>
          </p:nvPr>
        </p:nvSpPr>
        <p:spPr>
          <a:xfrm>
            <a:off x="646747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96202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646747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962025" y="52625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研究背景与意义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选题背景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50 w 5469"/>
              <a:gd name="p0y0" fmla="*/ 0 h 8445"/>
              <a:gd name="p0x1" fmla="*/ 5319 w 5469"/>
              <a:gd name="p0y1" fmla="*/ 0 h 8445"/>
              <a:gd name="p0x2" fmla="*/ 5402 w 5469"/>
              <a:gd name="p0y2" fmla="*/ 0 h 8445"/>
              <a:gd name="p0x3" fmla="*/ 5469 w 5469"/>
              <a:gd name="p0y3" fmla="*/ 67 h 8445"/>
              <a:gd name="p0x4" fmla="*/ 5469 w 5469"/>
              <a:gd name="p0y4" fmla="*/ 150 h 8445"/>
              <a:gd name="p0x5" fmla="*/ 5469 w 5469"/>
              <a:gd name="p0y5" fmla="*/ 8295 h 8445"/>
              <a:gd name="p0x6" fmla="*/ 5469 w 5469"/>
              <a:gd name="p0y6" fmla="*/ 8377 h 8445"/>
              <a:gd name="p0x7" fmla="*/ 5402 w 5469"/>
              <a:gd name="p0y7" fmla="*/ 8445 h 8445"/>
              <a:gd name="p0x8" fmla="*/ 5319 w 5469"/>
              <a:gd name="p0y8" fmla="*/ 8445 h 8445"/>
              <a:gd name="p0x9" fmla="*/ 150 w 5469"/>
              <a:gd name="p0y9" fmla="*/ 8445 h 8445"/>
              <a:gd name="p0x10" fmla="*/ 67 w 5469"/>
              <a:gd name="p0y10" fmla="*/ 8445 h 8445"/>
              <a:gd name="p0x11" fmla="*/ 0 w 5469"/>
              <a:gd name="p0y11" fmla="*/ 8377 h 8445"/>
              <a:gd name="p0x12" fmla="*/ 0 w 5469"/>
              <a:gd name="p0y12" fmla="*/ 8295 h 8445"/>
              <a:gd name="p0x13" fmla="*/ 0 w 5469"/>
              <a:gd name="p0y13" fmla="*/ 150 h 8445"/>
              <a:gd name="p0x14" fmla="*/ 0 w 5469"/>
              <a:gd name="p0y14" fmla="*/ 67 h 8445"/>
              <a:gd name="p0x15" fmla="*/ 67 w 5469"/>
              <a:gd name="p0y15" fmla="*/ 0 h 8445"/>
              <a:gd name="p0x16" fmla="*/ 15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25679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857250" y="264858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2594696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生态爆发式增长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15849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28675" y="3215640"/>
            <a:ext cx="1524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114425" y="3124286"/>
            <a:ext cx="2739780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15,000</a:t>
            </a:r>
            <a:r>
              <a:rPr lang="zh-CN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款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应用累计，</a:t>
            </a:r>
            <a:r>
              <a:rPr 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亿台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设备搭载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771525" y="3821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3333" b="-3333"/>
          <a:stretch>
            <a:fillRect/>
          </a:stretch>
        </p:blipFill>
        <p:spPr>
          <a:xfrm>
            <a:off x="819150" y="3878580"/>
            <a:ext cx="171450" cy="152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114425" y="3787168"/>
            <a:ext cx="2739780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智能手机、智慧屏、车载系统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等多类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IoT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771525" y="44837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838200" y="4540885"/>
            <a:ext cx="133350" cy="1524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1114425" y="4450051"/>
            <a:ext cx="2739780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已成为</a:t>
            </a:r>
            <a:r>
              <a:rPr 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Gitee</a:t>
            </a:r>
            <a:r>
              <a:rPr lang="zh-CN" alt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平台最活跃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的开源项目之一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3"/>
            </p:custDataLst>
          </p:nvPr>
        </p:nvSpPr>
        <p:spPr>
          <a:xfrm>
            <a:off x="4306570" y="1109345"/>
            <a:ext cx="3472815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50 w 5469"/>
              <a:gd name="p0y0" fmla="*/ 0 h 8445"/>
              <a:gd name="p0x1" fmla="*/ 5319 w 5469"/>
              <a:gd name="p0y1" fmla="*/ 0 h 8445"/>
              <a:gd name="p0x2" fmla="*/ 5402 w 5469"/>
              <a:gd name="p0y2" fmla="*/ 0 h 8445"/>
              <a:gd name="p0x3" fmla="*/ 5469 w 5469"/>
              <a:gd name="p0y3" fmla="*/ 67 h 8445"/>
              <a:gd name="p0x4" fmla="*/ 5469 w 5469"/>
              <a:gd name="p0y4" fmla="*/ 150 h 8445"/>
              <a:gd name="p0x5" fmla="*/ 5469 w 5469"/>
              <a:gd name="p0y5" fmla="*/ 8295 h 8445"/>
              <a:gd name="p0x6" fmla="*/ 5469 w 5469"/>
              <a:gd name="p0y6" fmla="*/ 8377 h 8445"/>
              <a:gd name="p0x7" fmla="*/ 5402 w 5469"/>
              <a:gd name="p0y7" fmla="*/ 8445 h 8445"/>
              <a:gd name="p0x8" fmla="*/ 5319 w 5469"/>
              <a:gd name="p0y8" fmla="*/ 8445 h 8445"/>
              <a:gd name="p0x9" fmla="*/ 150 w 5469"/>
              <a:gd name="p0y9" fmla="*/ 8445 h 8445"/>
              <a:gd name="p0x10" fmla="*/ 67 w 5469"/>
              <a:gd name="p0y10" fmla="*/ 8445 h 8445"/>
              <a:gd name="p0x11" fmla="*/ 0 w 5469"/>
              <a:gd name="p0y11" fmla="*/ 8377 h 8445"/>
              <a:gd name="p0x12" fmla="*/ 0 w 5469"/>
              <a:gd name="p0y12" fmla="*/ 8295 h 8445"/>
              <a:gd name="p0x13" fmla="*/ 0 w 5469"/>
              <a:gd name="p0y13" fmla="*/ 150 h 8445"/>
              <a:gd name="p0x14" fmla="*/ 0 w 5469"/>
              <a:gd name="p0y14" fmla="*/ 67 h 8445"/>
              <a:gd name="p0x15" fmla="*/ 67 w 5469"/>
              <a:gd name="p0y15" fmla="*/ 0 h 8445"/>
              <a:gd name="p0x16" fmla="*/ 15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4501515" y="25679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4587240" y="2648585"/>
            <a:ext cx="247650" cy="2527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8"/>
            </p:custDataLst>
          </p:nvPr>
        </p:nvSpPr>
        <p:spPr>
          <a:xfrm>
            <a:off x="5035305" y="2428008"/>
            <a:ext cx="2549281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质量保障成为关键瓶颈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9"/>
            </p:custDataLst>
          </p:nvPr>
        </p:nvSpPr>
        <p:spPr>
          <a:xfrm>
            <a:off x="4501515" y="32823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t="-3333" b="-3333"/>
          <a:stretch>
            <a:fillRect/>
          </a:stretch>
        </p:blipFill>
        <p:spPr>
          <a:xfrm>
            <a:off x="4549140" y="3339465"/>
            <a:ext cx="171450" cy="1524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3"/>
            </p:custDataLst>
          </p:nvPr>
        </p:nvSpPr>
        <p:spPr>
          <a:xfrm>
            <a:off x="4844805" y="3248111"/>
            <a:ext cx="273978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ArkTS</a:t>
            </a:r>
            <a:r>
              <a:rPr 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应用面临</a:t>
            </a: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崩溃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性能瓶颈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安全漏洞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等质量问题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4"/>
            </p:custDataLst>
          </p:nvPr>
        </p:nvSpPr>
        <p:spPr>
          <a:xfrm>
            <a:off x="4501515" y="39452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4558665" y="4002405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8"/>
            </p:custDataLst>
          </p:nvPr>
        </p:nvSpPr>
        <p:spPr>
          <a:xfrm>
            <a:off x="4844805" y="3910993"/>
            <a:ext cx="273978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动态分析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是检测运行时错误的重要手段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9"/>
            </p:custDataLst>
          </p:nvPr>
        </p:nvSpPr>
        <p:spPr>
          <a:xfrm>
            <a:off x="4501515" y="46075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t="-3333" b="-3333"/>
          <a:stretch>
            <a:fillRect/>
          </a:stretch>
        </p:blipFill>
        <p:spPr>
          <a:xfrm>
            <a:off x="4558665" y="4664710"/>
            <a:ext cx="15240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43"/>
            </p:custDataLst>
          </p:nvPr>
        </p:nvSpPr>
        <p:spPr>
          <a:xfrm>
            <a:off x="4844805" y="4573876"/>
            <a:ext cx="2739857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截至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提出前，</a:t>
            </a:r>
            <a:r>
              <a:rPr lang="zh-CN" alt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缺乏专门针对</a:t>
            </a:r>
            <a:r>
              <a:rPr lang="en-US" altLang="zh-CN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OpenHarmony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的动态分析框架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4"/>
            </p:custDataLst>
          </p:nvPr>
        </p:nvSpPr>
        <p:spPr>
          <a:xfrm>
            <a:off x="8036560" y="1109345"/>
            <a:ext cx="3578860" cy="5362575"/>
          </a:xfrm>
          <a:custGeom>
            <a:avLst/>
            <a:gdLst>
              <a:gd name="sw" fmla="*/ 1 w 5635"/>
              <a:gd name="sh" fmla="*/ 1 h 8445"/>
              <a:gd name="mins" fmla="min sw sh"/>
              <a:gd name="dsw" fmla="+- 0 sw mins"/>
              <a:gd name="dsh" fmla="+- 0 sh mins"/>
              <a:gd name="p0x0" fmla="*/ 150 w 5635"/>
              <a:gd name="p0y0" fmla="*/ 0 h 8445"/>
              <a:gd name="p0x1" fmla="*/ 5485 w 5635"/>
              <a:gd name="p0y1" fmla="*/ 0 h 8445"/>
              <a:gd name="p0x2" fmla="*/ 5568 w 5635"/>
              <a:gd name="p0y2" fmla="*/ 0 h 8445"/>
              <a:gd name="p0x3" fmla="*/ 5635 w 5635"/>
              <a:gd name="p0y3" fmla="*/ 67 h 8445"/>
              <a:gd name="p0x4" fmla="*/ 5635 w 5635"/>
              <a:gd name="p0y4" fmla="*/ 150 h 8445"/>
              <a:gd name="p0x5" fmla="*/ 5635 w 5635"/>
              <a:gd name="p0y5" fmla="*/ 8295 h 8445"/>
              <a:gd name="p0x6" fmla="*/ 5635 w 5635"/>
              <a:gd name="p0y6" fmla="*/ 8377 h 8445"/>
              <a:gd name="p0x7" fmla="*/ 5568 w 5635"/>
              <a:gd name="p0y7" fmla="*/ 8445 h 8445"/>
              <a:gd name="p0x8" fmla="*/ 5485 w 5635"/>
              <a:gd name="p0y8" fmla="*/ 8445 h 8445"/>
              <a:gd name="p0x9" fmla="*/ 150 w 5635"/>
              <a:gd name="p0y9" fmla="*/ 8445 h 8445"/>
              <a:gd name="p0x10" fmla="*/ 67 w 5635"/>
              <a:gd name="p0y10" fmla="*/ 8445 h 8445"/>
              <a:gd name="p0x11" fmla="*/ 0 w 5635"/>
              <a:gd name="p0y11" fmla="*/ 8377 h 8445"/>
              <a:gd name="p0x12" fmla="*/ 0 w 5635"/>
              <a:gd name="p0y12" fmla="*/ 8295 h 8445"/>
              <a:gd name="p0x13" fmla="*/ 0 w 5635"/>
              <a:gd name="p0y13" fmla="*/ 150 h 8445"/>
              <a:gd name="p0x14" fmla="*/ 0 w 5635"/>
              <a:gd name="p0y14" fmla="*/ 67 h 8445"/>
              <a:gd name="p0x15" fmla="*/ 67 w 5635"/>
              <a:gd name="p0y15" fmla="*/ 0 h 8445"/>
              <a:gd name="p0x16" fmla="*/ 150 w 563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45"/>
            </p:custDataLst>
          </p:nvPr>
        </p:nvSpPr>
        <p:spPr>
          <a:xfrm>
            <a:off x="8232140" y="25336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8286750" y="2614295"/>
            <a:ext cx="309245" cy="2527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9"/>
            </p:custDataLst>
          </p:nvPr>
        </p:nvSpPr>
        <p:spPr>
          <a:xfrm>
            <a:off x="8765677" y="2560396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研究投入对比悬殊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50"/>
            </p:custDataLst>
          </p:nvPr>
        </p:nvSpPr>
        <p:spPr>
          <a:xfrm>
            <a:off x="8232140" y="31242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>
          <a:xfrm>
            <a:off x="8298815" y="3181350"/>
            <a:ext cx="133350" cy="1524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54"/>
            </p:custDataLst>
          </p:nvPr>
        </p:nvSpPr>
        <p:spPr>
          <a:xfrm>
            <a:off x="8575177" y="3085224"/>
            <a:ext cx="2686278" cy="13124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  <a:spcAft>
                <a:spcPts val="605"/>
              </a:spcAft>
            </a:pPr>
            <a:r>
              <a:rPr 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DBLP</a:t>
            </a:r>
            <a:r>
              <a:rPr 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数据库：</a:t>
            </a: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7,000+</a:t>
            </a:r>
            <a:r>
              <a:rPr lang="zh-CN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endParaRPr lang="zh-CN" altLang="en-US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vs</a:t>
            </a: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OpenHarmony 8</a:t>
            </a:r>
            <a:r>
              <a:rPr lang="zh-CN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endParaRPr lang="zh-CN" altLang="en-US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55"/>
            </p:custDataLst>
          </p:nvPr>
        </p:nvSpPr>
        <p:spPr>
          <a:xfrm>
            <a:off x="8232140" y="4518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>
            <a:fillRect/>
          </a:stretch>
        </p:blipFill>
        <p:spPr>
          <a:xfrm>
            <a:off x="8308340" y="4575175"/>
            <a:ext cx="114300" cy="15240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9"/>
            </p:custDataLst>
          </p:nvPr>
        </p:nvSpPr>
        <p:spPr>
          <a:xfrm>
            <a:off x="8575177" y="4484360"/>
            <a:ext cx="2829077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近千倍差距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反映研究空白，也意味着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巨大研究机遇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框架的贡献与局限</a:t>
            </a:r>
            <a:endParaRPr lang="zh-CN"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501750" y="1410605"/>
            <a:ext cx="9188424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altLang="en-US" sz="3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sz="3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：首个</a:t>
            </a:r>
            <a:r>
              <a:rPr lang="en-US" altLang="zh-CN" sz="3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OpenHarmony</a:t>
            </a:r>
            <a:r>
              <a:rPr lang="zh-CN" altLang="en-US" sz="3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动态分析框架</a:t>
            </a:r>
            <a:endParaRPr lang="zh-CN" altLang="en-US" sz="3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017135" y="2035175"/>
            <a:ext cx="2157095" cy="304800"/>
          </a:xfrm>
          <a:custGeom>
            <a:avLst/>
            <a:gdLst>
              <a:gd name="sw" fmla="*/ 1 w 3396"/>
              <a:gd name="sh" fmla="*/ 1 h 480"/>
              <a:gd name="mins" fmla="min sw sh"/>
              <a:gd name="dsw" fmla="+- 0 sw mins"/>
              <a:gd name="dsh" fmla="+- 0 sh mins"/>
              <a:gd name="p0x0" fmla="*/ 30 w 3396"/>
              <a:gd name="p0y0" fmla="*/ 0 h 480"/>
              <a:gd name="p0x1" fmla="*/ 3366 w 3396"/>
              <a:gd name="p0y1" fmla="*/ 0 h 480"/>
              <a:gd name="p0x2" fmla="*/ 3383 w 3396"/>
              <a:gd name="p0y2" fmla="*/ 0 h 480"/>
              <a:gd name="p0x3" fmla="*/ 3396 w 3396"/>
              <a:gd name="p0y3" fmla="*/ 13 h 480"/>
              <a:gd name="p0x4" fmla="*/ 3396 w 3396"/>
              <a:gd name="p0y4" fmla="*/ 30 h 480"/>
              <a:gd name="p0x5" fmla="*/ 3396 w 3396"/>
              <a:gd name="p0y5" fmla="*/ 450 h 480"/>
              <a:gd name="p0x6" fmla="*/ 3396 w 3396"/>
              <a:gd name="p0y6" fmla="*/ 466 h 480"/>
              <a:gd name="p0x7" fmla="*/ 3383 w 3396"/>
              <a:gd name="p0y7" fmla="*/ 480 h 480"/>
              <a:gd name="p0x8" fmla="*/ 3366 w 3396"/>
              <a:gd name="p0y8" fmla="*/ 480 h 480"/>
              <a:gd name="p0x9" fmla="*/ 30 w 3396"/>
              <a:gd name="p0y9" fmla="*/ 480 h 480"/>
              <a:gd name="p0x10" fmla="*/ 13 w 3396"/>
              <a:gd name="p0y10" fmla="*/ 480 h 480"/>
              <a:gd name="p0x11" fmla="*/ 0 w 3396"/>
              <a:gd name="p0y11" fmla="*/ 466 h 480"/>
              <a:gd name="p0x12" fmla="*/ 0 w 3396"/>
              <a:gd name="p0y12" fmla="*/ 450 h 480"/>
              <a:gd name="p0x13" fmla="*/ 0 w 3396"/>
              <a:gd name="p0y13" fmla="*/ 30 h 480"/>
              <a:gd name="p0x14" fmla="*/ 0 w 3396"/>
              <a:gd name="p0y14" fmla="*/ 13 h 480"/>
              <a:gd name="p0x15" fmla="*/ 13 w 3396"/>
              <a:gd name="p0y15" fmla="*/ 0 h 480"/>
              <a:gd name="p0x16" fmla="*/ 30 w 3396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903855"/>
            <a:ext cx="5400675" cy="3568065"/>
          </a:xfrm>
          <a:custGeom>
            <a:avLst/>
            <a:gdLst>
              <a:gd name="sw" fmla="*/ 1 w 8505"/>
              <a:gd name="sh" fmla="*/ 1 h 5619"/>
              <a:gd name="mins" fmla="min sw sh"/>
              <a:gd name="dsw" fmla="+- 0 sw mins"/>
              <a:gd name="dsh" fmla="+- 0 sh mins"/>
              <a:gd name="p0x0" fmla="*/ 150 w 8505"/>
              <a:gd name="p0y0" fmla="*/ 0 h 5619"/>
              <a:gd name="p0x1" fmla="*/ 8355 w 8505"/>
              <a:gd name="p0y1" fmla="*/ 0 h 5619"/>
              <a:gd name="p0x2" fmla="*/ 8437 w 8505"/>
              <a:gd name="p0y2" fmla="*/ 0 h 5619"/>
              <a:gd name="p0x3" fmla="*/ 8505 w 8505"/>
              <a:gd name="p0y3" fmla="*/ 67 h 5619"/>
              <a:gd name="p0x4" fmla="*/ 8505 w 8505"/>
              <a:gd name="p0y4" fmla="*/ 150 h 5619"/>
              <a:gd name="p0x5" fmla="*/ 8505 w 8505"/>
              <a:gd name="p0y5" fmla="*/ 5469 h 5619"/>
              <a:gd name="p0x6" fmla="*/ 8505 w 8505"/>
              <a:gd name="p0y6" fmla="*/ 5551 h 5619"/>
              <a:gd name="p0x7" fmla="*/ 8437 w 8505"/>
              <a:gd name="p0y7" fmla="*/ 5619 h 5619"/>
              <a:gd name="p0x8" fmla="*/ 8355 w 8505"/>
              <a:gd name="p0y8" fmla="*/ 5619 h 5619"/>
              <a:gd name="p0x9" fmla="*/ 150 w 8505"/>
              <a:gd name="p0y9" fmla="*/ 5619 h 5619"/>
              <a:gd name="p0x10" fmla="*/ 67 w 8505"/>
              <a:gd name="p0y10" fmla="*/ 5619 h 5619"/>
              <a:gd name="p0x11" fmla="*/ 0 w 8505"/>
              <a:gd name="p0y11" fmla="*/ 5551 h 5619"/>
              <a:gd name="p0x12" fmla="*/ 0 w 8505"/>
              <a:gd name="p0y12" fmla="*/ 5469 h 5619"/>
              <a:gd name="p0x13" fmla="*/ 0 w 8505"/>
              <a:gd name="p0y13" fmla="*/ 150 h 5619"/>
              <a:gd name="p0x14" fmla="*/ 0 w 8505"/>
              <a:gd name="p0y14" fmla="*/ 67 h 5619"/>
              <a:gd name="p0x15" fmla="*/ 67 w 8505"/>
              <a:gd name="p0y15" fmla="*/ 0 h 5619"/>
              <a:gd name="p0x16" fmla="*/ 150 w 8505"/>
              <a:gd name="p0y16" fmla="*/ 0 h 5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3099416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核心贡献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37884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4259" t="-9123" r="-4259" b="-9123"/>
          <a:stretch>
            <a:fillRect/>
          </a:stretch>
        </p:blipFill>
        <p:spPr>
          <a:xfrm>
            <a:off x="849630" y="3850640"/>
            <a:ext cx="186055" cy="21399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228725" y="3670697"/>
            <a:ext cx="442622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学术发表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1228725" y="3945969"/>
            <a:ext cx="476912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Liu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等人于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年提出，发表于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CCF A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类会议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FSE 2025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771525" y="47237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8200" y="4785360"/>
            <a:ext cx="209550" cy="21463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1228725" y="4468635"/>
            <a:ext cx="45529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四模块架构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1228725" y="4743907"/>
            <a:ext cx="45529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代码插桩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(CIM)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、事件生成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(EGM)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、执行监控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(EM)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、数据处理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(DPM)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8"/>
            </p:custDataLst>
          </p:nvPr>
        </p:nvSpPr>
        <p:spPr>
          <a:xfrm>
            <a:off x="771525" y="56584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3320" r="-3320"/>
          <a:stretch>
            <a:fillRect/>
          </a:stretch>
        </p:blipFill>
        <p:spPr>
          <a:xfrm>
            <a:off x="823595" y="5720715"/>
            <a:ext cx="238125" cy="2139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2"/>
            </p:custDataLst>
          </p:nvPr>
        </p:nvSpPr>
        <p:spPr>
          <a:xfrm>
            <a:off x="1228725" y="5540864"/>
            <a:ext cx="419985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实际成效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1228725" y="5816136"/>
            <a:ext cx="454275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个头部商业应用中发现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个此前未报告的崩溃问题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4"/>
            </p:custDataLst>
          </p:nvPr>
        </p:nvSpPr>
        <p:spPr>
          <a:xfrm>
            <a:off x="6214745" y="2903855"/>
            <a:ext cx="5400675" cy="3568065"/>
          </a:xfrm>
          <a:custGeom>
            <a:avLst/>
            <a:gdLst>
              <a:gd name="sw" fmla="*/ 1 w 8505"/>
              <a:gd name="sh" fmla="*/ 1 h 5619"/>
              <a:gd name="mins" fmla="min sw sh"/>
              <a:gd name="dsw" fmla="+- 0 sw mins"/>
              <a:gd name="dsh" fmla="+- 0 sh mins"/>
              <a:gd name="p0x0" fmla="*/ 150 w 8505"/>
              <a:gd name="p0y0" fmla="*/ 0 h 5619"/>
              <a:gd name="p0x1" fmla="*/ 8355 w 8505"/>
              <a:gd name="p0y1" fmla="*/ 0 h 5619"/>
              <a:gd name="p0x2" fmla="*/ 8437 w 8505"/>
              <a:gd name="p0y2" fmla="*/ 0 h 5619"/>
              <a:gd name="p0x3" fmla="*/ 8505 w 8505"/>
              <a:gd name="p0y3" fmla="*/ 67 h 5619"/>
              <a:gd name="p0x4" fmla="*/ 8505 w 8505"/>
              <a:gd name="p0y4" fmla="*/ 150 h 5619"/>
              <a:gd name="p0x5" fmla="*/ 8505 w 8505"/>
              <a:gd name="p0y5" fmla="*/ 5469 h 5619"/>
              <a:gd name="p0x6" fmla="*/ 8505 w 8505"/>
              <a:gd name="p0y6" fmla="*/ 5551 h 5619"/>
              <a:gd name="p0x7" fmla="*/ 8437 w 8505"/>
              <a:gd name="p0y7" fmla="*/ 5619 h 5619"/>
              <a:gd name="p0x8" fmla="*/ 8355 w 8505"/>
              <a:gd name="p0y8" fmla="*/ 5619 h 5619"/>
              <a:gd name="p0x9" fmla="*/ 150 w 8505"/>
              <a:gd name="p0y9" fmla="*/ 5619 h 5619"/>
              <a:gd name="p0x10" fmla="*/ 67 w 8505"/>
              <a:gd name="p0y10" fmla="*/ 5619 h 5619"/>
              <a:gd name="p0x11" fmla="*/ 0 w 8505"/>
              <a:gd name="p0y11" fmla="*/ 5551 h 5619"/>
              <a:gd name="p0x12" fmla="*/ 0 w 8505"/>
              <a:gd name="p0y12" fmla="*/ 5469 h 5619"/>
              <a:gd name="p0x13" fmla="*/ 0 w 8505"/>
              <a:gd name="p0y13" fmla="*/ 150 h 5619"/>
              <a:gd name="p0x14" fmla="*/ 0 w 8505"/>
              <a:gd name="p0y14" fmla="*/ 67 h 5619"/>
              <a:gd name="p0x15" fmla="*/ 67 w 8505"/>
              <a:gd name="p0y15" fmla="*/ 0 h 5619"/>
              <a:gd name="p0x16" fmla="*/ 150 w 8505"/>
              <a:gd name="p0y16" fmla="*/ 0 h 5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5"/>
            </p:custDataLst>
          </p:nvPr>
        </p:nvSpPr>
        <p:spPr>
          <a:xfrm>
            <a:off x="6410325" y="3099416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核心局限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6"/>
            </p:custDataLst>
          </p:nvPr>
        </p:nvSpPr>
        <p:spPr>
          <a:xfrm>
            <a:off x="6410325" y="38569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4259" t="-90417" r="-4259" b="-90417"/>
          <a:stretch>
            <a:fillRect/>
          </a:stretch>
        </p:blipFill>
        <p:spPr>
          <a:xfrm>
            <a:off x="6488430" y="3919220"/>
            <a:ext cx="186055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0"/>
            </p:custDataLst>
          </p:nvPr>
        </p:nvSpPr>
        <p:spPr>
          <a:xfrm>
            <a:off x="6867525" y="3739229"/>
            <a:ext cx="394342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组件无差别对待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1"/>
            </p:custDataLst>
          </p:nvPr>
        </p:nvSpPr>
        <p:spPr>
          <a:xfrm>
            <a:off x="6867525" y="4014502"/>
            <a:ext cx="4286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登录按钮、支付按钮与返回按钮具有相同被选中概率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2"/>
            </p:custDataLst>
          </p:nvPr>
        </p:nvSpPr>
        <p:spPr>
          <a:xfrm>
            <a:off x="6410325" y="47237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6477000" y="4785360"/>
            <a:ext cx="209550" cy="2146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6"/>
            </p:custDataLst>
          </p:nvPr>
        </p:nvSpPr>
        <p:spPr>
          <a:xfrm>
            <a:off x="6867525" y="4605709"/>
            <a:ext cx="325762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缺乏反馈机制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7"/>
            </p:custDataLst>
          </p:nvPr>
        </p:nvSpPr>
        <p:spPr>
          <a:xfrm>
            <a:off x="6867525" y="4880982"/>
            <a:ext cx="34290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策略启动时选定，执行过程中无法动态调整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8"/>
            </p:custDataLst>
          </p:nvPr>
        </p:nvSpPr>
        <p:spPr>
          <a:xfrm>
            <a:off x="6410325" y="55899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1458" t="-1061" r="-1458" b="-1061"/>
          <a:stretch>
            <a:fillRect/>
          </a:stretch>
        </p:blipFill>
        <p:spPr>
          <a:xfrm>
            <a:off x="6503035" y="5652135"/>
            <a:ext cx="156845" cy="21399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2"/>
            </p:custDataLst>
          </p:nvPr>
        </p:nvSpPr>
        <p:spPr>
          <a:xfrm>
            <a:off x="6867525" y="5472179"/>
            <a:ext cx="360566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策略固定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43"/>
            </p:custDataLst>
          </p:nvPr>
        </p:nvSpPr>
        <p:spPr>
          <a:xfrm>
            <a:off x="6867525" y="5747452"/>
            <a:ext cx="394856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、随机策略，但选定后无法切换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研究意义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254250" y="11093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2381" t="-6167" r="-2381" b="-6167"/>
          <a:stretch>
            <a:fillRect/>
          </a:stretch>
        </p:blipFill>
        <p:spPr>
          <a:xfrm>
            <a:off x="2320925" y="1171575"/>
            <a:ext cx="209550" cy="21399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2673620" y="1104900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理论意义</a:t>
            </a:r>
            <a:endParaRPr sz="21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7"/>
            </p:custDataLst>
          </p:nvPr>
        </p:nvSpPr>
        <p:spPr>
          <a:xfrm>
            <a:off x="7912100" y="11093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5000" t="-6167" r="-5000" b="-6167"/>
          <a:stretch>
            <a:fillRect/>
          </a:stretch>
        </p:blipFill>
        <p:spPr>
          <a:xfrm>
            <a:off x="7978775" y="1171575"/>
            <a:ext cx="209550" cy="2139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8331470" y="1104900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实践意义</a:t>
            </a:r>
            <a:endParaRPr sz="21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>
            <a:off x="575945" y="1576070"/>
            <a:ext cx="4842510" cy="4895850"/>
          </a:xfrm>
          <a:custGeom>
            <a:avLst/>
            <a:gdLst>
              <a:gd name="sw" fmla="*/ 1 w 7625"/>
              <a:gd name="sh" fmla="*/ 1 h 7710"/>
              <a:gd name="mins" fmla="min sw sh"/>
              <a:gd name="dsw" fmla="+- 0 sw mins"/>
              <a:gd name="dsh" fmla="+- 0 sh mins"/>
              <a:gd name="p0x0" fmla="*/ 150 w 7625"/>
              <a:gd name="p0y0" fmla="*/ 0 h 7710"/>
              <a:gd name="p0x1" fmla="*/ 7475 w 7625"/>
              <a:gd name="p0y1" fmla="*/ 0 h 7710"/>
              <a:gd name="p0x2" fmla="*/ 7558 w 7625"/>
              <a:gd name="p0y2" fmla="*/ 0 h 7710"/>
              <a:gd name="p0x3" fmla="*/ 7625 w 7625"/>
              <a:gd name="p0y3" fmla="*/ 67 h 7710"/>
              <a:gd name="p0x4" fmla="*/ 7625 w 7625"/>
              <a:gd name="p0y4" fmla="*/ 150 h 7710"/>
              <a:gd name="p0x5" fmla="*/ 7625 w 7625"/>
              <a:gd name="p0y5" fmla="*/ 7560 h 7710"/>
              <a:gd name="p0x6" fmla="*/ 7625 w 7625"/>
              <a:gd name="p0y6" fmla="*/ 7642 h 7710"/>
              <a:gd name="p0x7" fmla="*/ 7558 w 7625"/>
              <a:gd name="p0y7" fmla="*/ 7710 h 7710"/>
              <a:gd name="p0x8" fmla="*/ 7475 w 7625"/>
              <a:gd name="p0y8" fmla="*/ 7710 h 7710"/>
              <a:gd name="p0x9" fmla="*/ 150 w 7625"/>
              <a:gd name="p0y9" fmla="*/ 7710 h 7710"/>
              <a:gd name="p0x10" fmla="*/ 67 w 7625"/>
              <a:gd name="p0y10" fmla="*/ 7710 h 7710"/>
              <a:gd name="p0x11" fmla="*/ 0 w 7625"/>
              <a:gd name="p0y11" fmla="*/ 7642 h 7710"/>
              <a:gd name="p0x12" fmla="*/ 0 w 7625"/>
              <a:gd name="p0y12" fmla="*/ 7560 h 7710"/>
              <a:gd name="p0x13" fmla="*/ 0 w 7625"/>
              <a:gd name="p0y13" fmla="*/ 150 h 7710"/>
              <a:gd name="p0x14" fmla="*/ 0 w 7625"/>
              <a:gd name="p0y14" fmla="*/ 67 h 7710"/>
              <a:gd name="p0x15" fmla="*/ 67 w 7625"/>
              <a:gd name="p0y15" fmla="*/ 0 h 7710"/>
              <a:gd name="p0x16" fmla="*/ 150 w 7625"/>
              <a:gd name="p0y16" fmla="*/ 0 h 7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3"/>
            </p:custDataLst>
          </p:nvPr>
        </p:nvSpPr>
        <p:spPr>
          <a:xfrm>
            <a:off x="771525" y="24701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2550795"/>
            <a:ext cx="247650" cy="2527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7"/>
            </p:custDataLst>
          </p:nvPr>
        </p:nvSpPr>
        <p:spPr>
          <a:xfrm>
            <a:off x="1304925" y="2228421"/>
            <a:ext cx="39185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组件优先级感知机制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8"/>
            </p:custDataLst>
          </p:nvPr>
        </p:nvSpPr>
        <p:spPr>
          <a:xfrm>
            <a:off x="1304925" y="2552271"/>
            <a:ext cx="39185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探索在动态分析框架的事件生成环节引入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组件优先级感知机制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9"/>
            </p:custDataLst>
          </p:nvPr>
        </p:nvSpPr>
        <p:spPr>
          <a:xfrm>
            <a:off x="771525" y="38144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738" t="-10152" r="-2738" b="-10152"/>
          <a:stretch>
            <a:fillRect/>
          </a:stretch>
        </p:blipFill>
        <p:spPr>
          <a:xfrm>
            <a:off x="840105" y="3895725"/>
            <a:ext cx="281305" cy="2520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23"/>
            </p:custDataLst>
          </p:nvPr>
        </p:nvSpPr>
        <p:spPr>
          <a:xfrm>
            <a:off x="1304925" y="3572856"/>
            <a:ext cx="39185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语义与覆盖率结合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4"/>
            </p:custDataLst>
          </p:nvPr>
        </p:nvSpPr>
        <p:spPr>
          <a:xfrm>
            <a:off x="1304925" y="3896706"/>
            <a:ext cx="39185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将组件语义信息与覆盖率反馈相结合，实现更智能的事件调度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5"/>
            </p:custDataLst>
          </p:nvPr>
        </p:nvSpPr>
        <p:spPr>
          <a:xfrm>
            <a:off x="771525" y="51587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57250" y="5240020"/>
            <a:ext cx="247650" cy="2520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9"/>
            </p:custDataLst>
          </p:nvPr>
        </p:nvSpPr>
        <p:spPr>
          <a:xfrm>
            <a:off x="1304925" y="4917300"/>
            <a:ext cx="39185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方法论参考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30"/>
            </p:custDataLst>
          </p:nvPr>
        </p:nvSpPr>
        <p:spPr>
          <a:xfrm>
            <a:off x="1304925" y="5241150"/>
            <a:ext cx="39185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丰富移动应用自动化测试理论体系，为鸿蒙生态测试工具研究提供方法论参考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5694680" y="1576070"/>
            <a:ext cx="5920740" cy="4895850"/>
          </a:xfrm>
          <a:custGeom>
            <a:avLst/>
            <a:gdLst>
              <a:gd name="sw" fmla="*/ 1 w 9324"/>
              <a:gd name="sh" fmla="*/ 1 h 7710"/>
              <a:gd name="mins" fmla="min sw sh"/>
              <a:gd name="dsw" fmla="+- 0 sw mins"/>
              <a:gd name="dsh" fmla="+- 0 sh mins"/>
              <a:gd name="p0x0" fmla="*/ 150 w 9324"/>
              <a:gd name="p0y0" fmla="*/ 0 h 7710"/>
              <a:gd name="p0x1" fmla="*/ 9174 w 9324"/>
              <a:gd name="p0y1" fmla="*/ 0 h 7710"/>
              <a:gd name="p0x2" fmla="*/ 9256 w 9324"/>
              <a:gd name="p0y2" fmla="*/ 0 h 7710"/>
              <a:gd name="p0x3" fmla="*/ 9324 w 9324"/>
              <a:gd name="p0y3" fmla="*/ 67 h 7710"/>
              <a:gd name="p0x4" fmla="*/ 9324 w 9324"/>
              <a:gd name="p0y4" fmla="*/ 150 h 7710"/>
              <a:gd name="p0x5" fmla="*/ 9324 w 9324"/>
              <a:gd name="p0y5" fmla="*/ 7560 h 7710"/>
              <a:gd name="p0x6" fmla="*/ 9324 w 9324"/>
              <a:gd name="p0y6" fmla="*/ 7642 h 7710"/>
              <a:gd name="p0x7" fmla="*/ 9256 w 9324"/>
              <a:gd name="p0y7" fmla="*/ 7710 h 7710"/>
              <a:gd name="p0x8" fmla="*/ 9174 w 9324"/>
              <a:gd name="p0y8" fmla="*/ 7710 h 7710"/>
              <a:gd name="p0x9" fmla="*/ 150 w 9324"/>
              <a:gd name="p0y9" fmla="*/ 7710 h 7710"/>
              <a:gd name="p0x10" fmla="*/ 67 w 9324"/>
              <a:gd name="p0y10" fmla="*/ 7710 h 7710"/>
              <a:gd name="p0x11" fmla="*/ 0 w 9324"/>
              <a:gd name="p0y11" fmla="*/ 7642 h 7710"/>
              <a:gd name="p0x12" fmla="*/ 0 w 9324"/>
              <a:gd name="p0y12" fmla="*/ 7560 h 7710"/>
              <a:gd name="p0x13" fmla="*/ 0 w 9324"/>
              <a:gd name="p0y13" fmla="*/ 150 h 7710"/>
              <a:gd name="p0x14" fmla="*/ 0 w 9324"/>
              <a:gd name="p0y14" fmla="*/ 67 h 7710"/>
              <a:gd name="p0x15" fmla="*/ 67 w 9324"/>
              <a:gd name="p0y15" fmla="*/ 0 h 7710"/>
              <a:gd name="p0x16" fmla="*/ 150 w 9324"/>
              <a:gd name="p0y16" fmla="*/ 0 h 7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32"/>
            </p:custDataLst>
          </p:nvPr>
        </p:nvSpPr>
        <p:spPr>
          <a:xfrm>
            <a:off x="5889625" y="228346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5975350" y="2364105"/>
            <a:ext cx="247650" cy="2527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6"/>
            </p:custDataLst>
          </p:nvPr>
        </p:nvSpPr>
        <p:spPr>
          <a:xfrm>
            <a:off x="6423641" y="2178929"/>
            <a:ext cx="480112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en-US" alt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altLang="en-US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7"/>
            </p:custDataLst>
          </p:nvPr>
        </p:nvSpPr>
        <p:spPr>
          <a:xfrm>
            <a:off x="6423641" y="2502779"/>
            <a:ext cx="514402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组件语义重要性和实时覆盖率反馈动态调整事件生成策略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8"/>
            </p:custDataLst>
          </p:nvPr>
        </p:nvSpPr>
        <p:spPr>
          <a:xfrm>
            <a:off x="5889625" y="33039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000" t="-10152" r="-2000" b="-10152"/>
          <a:stretch>
            <a:fillRect/>
          </a:stretch>
        </p:blipFill>
        <p:spPr>
          <a:xfrm>
            <a:off x="5975350" y="3385185"/>
            <a:ext cx="247650" cy="25209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2"/>
            </p:custDataLst>
          </p:nvPr>
        </p:nvSpPr>
        <p:spPr>
          <a:xfrm>
            <a:off x="6423641" y="3199600"/>
            <a:ext cx="2743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提高测试效率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43"/>
            </p:custDataLst>
          </p:nvPr>
        </p:nvSpPr>
        <p:spPr>
          <a:xfrm>
            <a:off x="6423641" y="3523450"/>
            <a:ext cx="29147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预期显著提高测试效率和缺陷检出率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4"/>
            </p:custDataLst>
          </p:nvPr>
        </p:nvSpPr>
        <p:spPr>
          <a:xfrm>
            <a:off x="5889625" y="43249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6795" t="-3067" r="-6795" b="-3067"/>
          <a:stretch>
            <a:fillRect/>
          </a:stretch>
        </p:blipFill>
        <p:spPr>
          <a:xfrm>
            <a:off x="5958840" y="4405630"/>
            <a:ext cx="281305" cy="25273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8"/>
            </p:custDataLst>
          </p:nvPr>
        </p:nvSpPr>
        <p:spPr>
          <a:xfrm>
            <a:off x="6423641" y="4220261"/>
            <a:ext cx="394342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降低时间成本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9"/>
            </p:custDataLst>
          </p:nvPr>
        </p:nvSpPr>
        <p:spPr>
          <a:xfrm>
            <a:off x="6423641" y="4544111"/>
            <a:ext cx="4286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帮助开发者更高效保障应用质量，降低测试时间成本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50"/>
            </p:custDataLst>
          </p:nvPr>
        </p:nvSpPr>
        <p:spPr>
          <a:xfrm>
            <a:off x="5889625" y="53454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5958840" y="5426075"/>
            <a:ext cx="281305" cy="25273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4"/>
            </p:custDataLst>
          </p:nvPr>
        </p:nvSpPr>
        <p:spPr>
          <a:xfrm>
            <a:off x="6423641" y="5240922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服务鸿蒙生态建设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55"/>
            </p:custDataLst>
          </p:nvPr>
        </p:nvSpPr>
        <p:spPr>
          <a:xfrm>
            <a:off x="6423641" y="5564772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直接服务于鸿蒙生态建设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国内外研究现状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移动应用动态分析技术演进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619250" y="2994660"/>
            <a:ext cx="609600" cy="609600"/>
          </a:xfrm>
          <a:custGeom>
            <a:avLst/>
            <a:gdLst>
              <a:gd name="sw" fmla="*/ 1 w 960"/>
              <a:gd name="sh" fmla="*/ 1 h 960"/>
              <a:gd name="mins" fmla="min sw sh"/>
              <a:gd name="dsw" fmla="+- 0 sw mins"/>
              <a:gd name="dsh" fmla="+- 0 sh mins"/>
              <a:gd name="p0x0" fmla="*/ 480 w 960"/>
              <a:gd name="p0y0" fmla="*/ 0 h 960"/>
              <a:gd name="p0x1" fmla="*/ 745 w 960"/>
              <a:gd name="p0y1" fmla="*/ 0 h 960"/>
              <a:gd name="p0x2" fmla="*/ 960 w 960"/>
              <a:gd name="p0y2" fmla="*/ 214 h 960"/>
              <a:gd name="p0x3" fmla="*/ 960 w 960"/>
              <a:gd name="p0y3" fmla="*/ 480 h 960"/>
              <a:gd name="p0x4" fmla="*/ 960 w 960"/>
              <a:gd name="p0y4" fmla="*/ 745 h 960"/>
              <a:gd name="p0x5" fmla="*/ 745 w 960"/>
              <a:gd name="p0y5" fmla="*/ 960 h 960"/>
              <a:gd name="p0x6" fmla="*/ 480 w 960"/>
              <a:gd name="p0y6" fmla="*/ 960 h 960"/>
              <a:gd name="p0x7" fmla="*/ 214 w 960"/>
              <a:gd name="p0y7" fmla="*/ 960 h 960"/>
              <a:gd name="p0x8" fmla="*/ 0 w 960"/>
              <a:gd name="p0y8" fmla="*/ 745 h 960"/>
              <a:gd name="p0x9" fmla="*/ 0 w 960"/>
              <a:gd name="p0y9" fmla="*/ 480 h 960"/>
              <a:gd name="p0x10" fmla="*/ 0 w 960"/>
              <a:gd name="p0y10" fmla="*/ 214 h 960"/>
              <a:gd name="p0x11" fmla="*/ 214 w 960"/>
              <a:gd name="p0y11" fmla="*/ 0 h 960"/>
              <a:gd name="p0x12" fmla="*/ 480 w 960"/>
              <a:gd name="p0y12" fmla="*/ 0 h 9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624231" y="3123752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50246" y="3702872"/>
            <a:ext cx="234754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</a:t>
            </a:r>
            <a:r>
              <a:rPr lang="en-US" altLang="zh-CN" sz="21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Monkey</a:t>
            </a:r>
            <a:r>
              <a:rPr lang="zh-CN" altLang="en-US" sz="21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lang="zh-CN" altLang="en-US" sz="21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238174" y="4076729"/>
            <a:ext cx="13716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纯随机事件生成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085774" y="4331522"/>
            <a:ext cx="16764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实现简单但覆盖率低下</a:t>
            </a:r>
            <a:endParaRPr sz="12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3219450" y="3638550"/>
            <a:ext cx="190500" cy="304800"/>
          </a:xfrm>
          <a:prstGeom prst="rect">
            <a:avLst/>
          </a:prstGeom>
        </p:spPr>
      </p:pic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400550" y="2868930"/>
            <a:ext cx="609600" cy="609600"/>
          </a:xfrm>
          <a:custGeom>
            <a:avLst/>
            <a:gdLst>
              <a:gd name="sw" fmla="*/ 1 w 960"/>
              <a:gd name="sh" fmla="*/ 1 h 960"/>
              <a:gd name="mins" fmla="min sw sh"/>
              <a:gd name="dsw" fmla="+- 0 sw mins"/>
              <a:gd name="dsh" fmla="+- 0 sh mins"/>
              <a:gd name="p0x0" fmla="*/ 480 w 960"/>
              <a:gd name="p0y0" fmla="*/ 0 h 960"/>
              <a:gd name="p0x1" fmla="*/ 745 w 960"/>
              <a:gd name="p0y1" fmla="*/ 0 h 960"/>
              <a:gd name="p0x2" fmla="*/ 960 w 960"/>
              <a:gd name="p0y2" fmla="*/ 214 h 960"/>
              <a:gd name="p0x3" fmla="*/ 960 w 960"/>
              <a:gd name="p0y3" fmla="*/ 480 h 960"/>
              <a:gd name="p0x4" fmla="*/ 960 w 960"/>
              <a:gd name="p0y4" fmla="*/ 745 h 960"/>
              <a:gd name="p0x5" fmla="*/ 745 w 960"/>
              <a:gd name="p0y5" fmla="*/ 960 h 960"/>
              <a:gd name="p0x6" fmla="*/ 480 w 960"/>
              <a:gd name="p0y6" fmla="*/ 960 h 960"/>
              <a:gd name="p0x7" fmla="*/ 214 w 960"/>
              <a:gd name="p0y7" fmla="*/ 960 h 960"/>
              <a:gd name="p0x8" fmla="*/ 0 w 960"/>
              <a:gd name="p0y8" fmla="*/ 745 h 960"/>
              <a:gd name="p0x9" fmla="*/ 0 w 960"/>
              <a:gd name="p0y9" fmla="*/ 480 h 960"/>
              <a:gd name="p0x10" fmla="*/ 0 w 960"/>
              <a:gd name="p0y10" fmla="*/ 214 h 960"/>
              <a:gd name="p0x11" fmla="*/ 214 w 960"/>
              <a:gd name="p0y11" fmla="*/ 0 h 960"/>
              <a:gd name="p0x12" fmla="*/ 480 w 960"/>
              <a:gd name="p0y12" fmla="*/ 0 h 9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4405531" y="2997994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3771900" y="3577114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模型驱动方法</a:t>
            </a:r>
            <a:endParaRPr sz="21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4094931" y="3950970"/>
            <a:ext cx="1220762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MobiGUITAR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3653952" y="4205764"/>
            <a:ext cx="210272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2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lang="en-US" altLang="zh-CN" sz="12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GUI</a:t>
            </a:r>
            <a:r>
              <a:rPr lang="zh-CN" altLang="en-US" sz="12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状态机进行系统探索</a:t>
            </a:r>
            <a:endParaRPr lang="zh-CN" altLang="en-US" sz="12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3905174" y="4486694"/>
            <a:ext cx="1600276" cy="2295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050">
                <a:solidFill>
                  <a:srgbClr val="6C7F9A"/>
                </a:solidFill>
                <a:latin typeface="微软雅黑" panose="020B0503020204020204" charset="-122"/>
                <a:ea typeface="微软雅黑" panose="020B0503020204020204" charset="-122"/>
              </a:rPr>
              <a:t>模型构建和维护成本较高</a:t>
            </a:r>
            <a:endParaRPr sz="1050">
              <a:solidFill>
                <a:srgbClr val="6C7F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6000750" y="3638550"/>
            <a:ext cx="190500" cy="304800"/>
          </a:xfrm>
          <a:prstGeom prst="rect">
            <a:avLst/>
          </a:prstGeom>
        </p:spPr>
      </p:pic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7181850" y="2868930"/>
            <a:ext cx="609600" cy="609600"/>
          </a:xfrm>
          <a:custGeom>
            <a:avLst/>
            <a:gdLst>
              <a:gd name="sw" fmla="*/ 1 w 960"/>
              <a:gd name="sh" fmla="*/ 1 h 960"/>
              <a:gd name="mins" fmla="min sw sh"/>
              <a:gd name="dsw" fmla="+- 0 sw mins"/>
              <a:gd name="dsh" fmla="+- 0 sh mins"/>
              <a:gd name="p0x0" fmla="*/ 480 w 960"/>
              <a:gd name="p0y0" fmla="*/ 0 h 960"/>
              <a:gd name="p0x1" fmla="*/ 745 w 960"/>
              <a:gd name="p0y1" fmla="*/ 0 h 960"/>
              <a:gd name="p0x2" fmla="*/ 960 w 960"/>
              <a:gd name="p0y2" fmla="*/ 214 h 960"/>
              <a:gd name="p0x3" fmla="*/ 960 w 960"/>
              <a:gd name="p0y3" fmla="*/ 480 h 960"/>
              <a:gd name="p0x4" fmla="*/ 960 w 960"/>
              <a:gd name="p0y4" fmla="*/ 745 h 960"/>
              <a:gd name="p0x5" fmla="*/ 745 w 960"/>
              <a:gd name="p0y5" fmla="*/ 960 h 960"/>
              <a:gd name="p0x6" fmla="*/ 480 w 960"/>
              <a:gd name="p0y6" fmla="*/ 960 h 960"/>
              <a:gd name="p0x7" fmla="*/ 214 w 960"/>
              <a:gd name="p0y7" fmla="*/ 960 h 960"/>
              <a:gd name="p0x8" fmla="*/ 0 w 960"/>
              <a:gd name="p0y8" fmla="*/ 745 h 960"/>
              <a:gd name="p0x9" fmla="*/ 0 w 960"/>
              <a:gd name="p0y9" fmla="*/ 480 h 960"/>
              <a:gd name="p0x10" fmla="*/ 0 w 960"/>
              <a:gd name="p0y10" fmla="*/ 214 h 960"/>
              <a:gd name="p0x11" fmla="*/ 214 w 960"/>
              <a:gd name="p0y11" fmla="*/ 0 h 960"/>
              <a:gd name="p0x12" fmla="*/ 480 w 960"/>
              <a:gd name="p0y12" fmla="*/ 0 h 9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7186832" y="2997994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6553200" y="3577114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搜索驱动方法</a:t>
            </a:r>
            <a:endParaRPr sz="21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7075065" y="3950970"/>
            <a:ext cx="82317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Sapienz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6419774" y="4205764"/>
            <a:ext cx="21336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多目标搜索算法优化测试序列</a:t>
            </a:r>
            <a:endParaRPr sz="12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6639963" y="4486694"/>
            <a:ext cx="1693288" cy="2295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050">
                <a:solidFill>
                  <a:srgbClr val="6C7F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050">
                <a:solidFill>
                  <a:srgbClr val="6C7F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</a:t>
            </a:r>
            <a:r>
              <a:rPr lang="zh-CN" altLang="en-US" sz="1050">
                <a:solidFill>
                  <a:srgbClr val="6C7F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上取得显著成效</a:t>
            </a:r>
            <a:endParaRPr lang="zh-CN" altLang="en-US" sz="1050">
              <a:solidFill>
                <a:srgbClr val="6C7F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8782050" y="3638550"/>
            <a:ext cx="190500" cy="304800"/>
          </a:xfrm>
          <a:prstGeom prst="rect">
            <a:avLst/>
          </a:prstGeom>
        </p:spPr>
      </p:pic>
      <p:sp>
        <p:nvSpPr>
          <p:cNvPr id="24" name="任意多边形 23"/>
          <p:cNvSpPr/>
          <p:nvPr>
            <p:custDataLst>
              <p:tags r:id="rId24"/>
            </p:custDataLst>
          </p:nvPr>
        </p:nvSpPr>
        <p:spPr>
          <a:xfrm>
            <a:off x="9963150" y="2747010"/>
            <a:ext cx="609600" cy="609600"/>
          </a:xfrm>
          <a:custGeom>
            <a:avLst/>
            <a:gdLst>
              <a:gd name="sw" fmla="*/ 1 w 960"/>
              <a:gd name="sh" fmla="*/ 1 h 960"/>
              <a:gd name="mins" fmla="min sw sh"/>
              <a:gd name="dsw" fmla="+- 0 sw mins"/>
              <a:gd name="dsh" fmla="+- 0 sh mins"/>
              <a:gd name="p0x0" fmla="*/ 480 w 960"/>
              <a:gd name="p0y0" fmla="*/ 0 h 960"/>
              <a:gd name="p0x1" fmla="*/ 745 w 960"/>
              <a:gd name="p0y1" fmla="*/ 0 h 960"/>
              <a:gd name="p0x2" fmla="*/ 960 w 960"/>
              <a:gd name="p0y2" fmla="*/ 214 h 960"/>
              <a:gd name="p0x3" fmla="*/ 960 w 960"/>
              <a:gd name="p0y3" fmla="*/ 480 h 960"/>
              <a:gd name="p0x4" fmla="*/ 960 w 960"/>
              <a:gd name="p0y4" fmla="*/ 745 h 960"/>
              <a:gd name="p0x5" fmla="*/ 745 w 960"/>
              <a:gd name="p0y5" fmla="*/ 960 h 960"/>
              <a:gd name="p0x6" fmla="*/ 480 w 960"/>
              <a:gd name="p0y6" fmla="*/ 960 h 960"/>
              <a:gd name="p0x7" fmla="*/ 214 w 960"/>
              <a:gd name="p0y7" fmla="*/ 960 h 960"/>
              <a:gd name="p0x8" fmla="*/ 0 w 960"/>
              <a:gd name="p0y8" fmla="*/ 745 h 960"/>
              <a:gd name="p0x9" fmla="*/ 0 w 960"/>
              <a:gd name="p0y9" fmla="*/ 480 h 960"/>
              <a:gd name="p0x10" fmla="*/ 0 w 960"/>
              <a:gd name="p0y10" fmla="*/ 214 h 960"/>
              <a:gd name="p0x11" fmla="*/ 214 w 960"/>
              <a:gd name="p0y11" fmla="*/ 0 h 960"/>
              <a:gd name="p0x12" fmla="*/ 480 w 960"/>
              <a:gd name="p0y12" fmla="*/ 0 h 9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9968132" y="2876102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6"/>
            </p:custDataLst>
          </p:nvPr>
        </p:nvSpPr>
        <p:spPr>
          <a:xfrm>
            <a:off x="9740132" y="3455222"/>
            <a:ext cx="105563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21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21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lang="zh-CN" sz="21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7"/>
            </p:custDataLst>
          </p:nvPr>
        </p:nvSpPr>
        <p:spPr>
          <a:xfrm>
            <a:off x="9512122" y="3829079"/>
            <a:ext cx="151157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大语言模型</a:t>
            </a:r>
            <a:r>
              <a:rPr lang="en-US" altLang="zh-CN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(LLM)</a:t>
            </a:r>
            <a:endParaRPr lang="en-US" altLang="zh-CN"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8"/>
            </p:custDataLst>
          </p:nvPr>
        </p:nvSpPr>
        <p:spPr>
          <a:xfrm>
            <a:off x="9277274" y="4083872"/>
            <a:ext cx="1981276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理解应用语义，智能生成测试场景</a:t>
            </a:r>
            <a:endParaRPr sz="12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9"/>
            </p:custDataLst>
          </p:nvPr>
        </p:nvSpPr>
        <p:spPr>
          <a:xfrm>
            <a:off x="9801149" y="4608585"/>
            <a:ext cx="933526" cy="2295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0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成为前沿方向</a:t>
            </a:r>
            <a:endParaRPr sz="10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鸿蒙应用质量保障研究进展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959475" cy="5362575"/>
          </a:xfrm>
          <a:custGeom>
            <a:avLst/>
            <a:gdLst>
              <a:gd name="sw" fmla="*/ 1 w 9385"/>
              <a:gd name="sh" fmla="*/ 1 h 8445"/>
              <a:gd name="mins" fmla="min sw sh"/>
              <a:gd name="dsw" fmla="+- 0 sw mins"/>
              <a:gd name="dsh" fmla="+- 0 sh mins"/>
              <a:gd name="p0x0" fmla="*/ 150 w 9385"/>
              <a:gd name="p0y0" fmla="*/ 0 h 8445"/>
              <a:gd name="p0x1" fmla="*/ 9235 w 9385"/>
              <a:gd name="p0y1" fmla="*/ 0 h 8445"/>
              <a:gd name="p0x2" fmla="*/ 9318 w 9385"/>
              <a:gd name="p0y2" fmla="*/ 0 h 8445"/>
              <a:gd name="p0x3" fmla="*/ 9385 w 9385"/>
              <a:gd name="p0y3" fmla="*/ 67 h 8445"/>
              <a:gd name="p0x4" fmla="*/ 9385 w 9385"/>
              <a:gd name="p0y4" fmla="*/ 150 h 8445"/>
              <a:gd name="p0x5" fmla="*/ 9385 w 9385"/>
              <a:gd name="p0y5" fmla="*/ 8295 h 8445"/>
              <a:gd name="p0x6" fmla="*/ 9385 w 9385"/>
              <a:gd name="p0y6" fmla="*/ 8377 h 8445"/>
              <a:gd name="p0x7" fmla="*/ 9318 w 9385"/>
              <a:gd name="p0y7" fmla="*/ 8445 h 8445"/>
              <a:gd name="p0x8" fmla="*/ 9235 w 9385"/>
              <a:gd name="p0y8" fmla="*/ 8445 h 8445"/>
              <a:gd name="p0x9" fmla="*/ 150 w 9385"/>
              <a:gd name="p0y9" fmla="*/ 8445 h 8445"/>
              <a:gd name="p0x10" fmla="*/ 67 w 9385"/>
              <a:gd name="p0y10" fmla="*/ 8445 h 8445"/>
              <a:gd name="p0x11" fmla="*/ 0 w 9385"/>
              <a:gd name="p0y11" fmla="*/ 8377 h 8445"/>
              <a:gd name="p0x12" fmla="*/ 0 w 9385"/>
              <a:gd name="p0y12" fmla="*/ 8295 h 8445"/>
              <a:gd name="p0x13" fmla="*/ 0 w 9385"/>
              <a:gd name="p0y13" fmla="*/ 150 h 8445"/>
              <a:gd name="p0x14" fmla="*/ 0 w 9385"/>
              <a:gd name="p0y14" fmla="*/ 67 h 8445"/>
              <a:gd name="p0x15" fmla="*/ 67 w 9385"/>
              <a:gd name="p0y15" fmla="*/ 0 h 8445"/>
              <a:gd name="p0x16" fmla="*/ 150 w 938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288732"/>
            <a:ext cx="55692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框架核心贡献</a:t>
            </a:r>
            <a:endParaRPr lang="zh-CN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71525" y="2241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57250" y="2322830"/>
            <a:ext cx="247650" cy="25209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343025" y="2161880"/>
            <a:ext cx="499772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模块化架构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343025" y="2437152"/>
            <a:ext cx="499772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四模块设计，支持策略可插拔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32918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857250" y="3372485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343025" y="3212154"/>
            <a:ext cx="499772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PTG</a:t>
            </a:r>
            <a:r>
              <a:rPr lang="zh-CN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（页面转换图）</a:t>
            </a:r>
            <a:endParaRPr lang="zh-CN"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343025" y="3487426"/>
            <a:ext cx="499772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层次结构，动态构建页面跳转关系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771525" y="43421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871220" y="4422775"/>
            <a:ext cx="219075" cy="2527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1343025" y="4262438"/>
            <a:ext cx="499772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DataHub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343025" y="4537710"/>
            <a:ext cx="499772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结构化存储运行时数据，支持策略优化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771525" y="53994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4259" t="-10303" r="-4259" b="-10303"/>
          <a:stretch>
            <a:fillRect/>
          </a:stretch>
        </p:blipFill>
        <p:spPr>
          <a:xfrm>
            <a:off x="887730" y="5480050"/>
            <a:ext cx="186055" cy="2527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6"/>
            </p:custDataLst>
          </p:nvPr>
        </p:nvSpPr>
        <p:spPr>
          <a:xfrm>
            <a:off x="1343025" y="5312721"/>
            <a:ext cx="499772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有效性验证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7"/>
            </p:custDataLst>
          </p:nvPr>
        </p:nvSpPr>
        <p:spPr>
          <a:xfrm>
            <a:off x="1343025" y="5591042"/>
            <a:ext cx="4997720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个开源应用上实现</a:t>
            </a:r>
            <a:r>
              <a:rPr sz="1415" b="1" spc="-14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40%-90%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行覆盖率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6754495" y="1109345"/>
            <a:ext cx="4860925" cy="2571750"/>
          </a:xfrm>
          <a:custGeom>
            <a:avLst/>
            <a:gdLst>
              <a:gd name="sw" fmla="*/ 1 w 7654"/>
              <a:gd name="sh" fmla="*/ 1 h 4050"/>
              <a:gd name="mins" fmla="min sw sh"/>
              <a:gd name="dsw" fmla="+- 0 sw mins"/>
              <a:gd name="dsh" fmla="+- 0 sh mins"/>
              <a:gd name="p0x0" fmla="*/ 150 w 7654"/>
              <a:gd name="p0y0" fmla="*/ 0 h 4050"/>
              <a:gd name="p0x1" fmla="*/ 7504 w 7654"/>
              <a:gd name="p0y1" fmla="*/ 0 h 4050"/>
              <a:gd name="p0x2" fmla="*/ 7587 w 7654"/>
              <a:gd name="p0y2" fmla="*/ 0 h 4050"/>
              <a:gd name="p0x3" fmla="*/ 7654 w 7654"/>
              <a:gd name="p0y3" fmla="*/ 67 h 4050"/>
              <a:gd name="p0x4" fmla="*/ 7654 w 7654"/>
              <a:gd name="p0y4" fmla="*/ 150 h 4050"/>
              <a:gd name="p0x5" fmla="*/ 7654 w 7654"/>
              <a:gd name="p0y5" fmla="*/ 3900 h 4050"/>
              <a:gd name="p0x6" fmla="*/ 7654 w 7654"/>
              <a:gd name="p0y6" fmla="*/ 3982 h 4050"/>
              <a:gd name="p0x7" fmla="*/ 7587 w 7654"/>
              <a:gd name="p0y7" fmla="*/ 4050 h 4050"/>
              <a:gd name="p0x8" fmla="*/ 7504 w 7654"/>
              <a:gd name="p0y8" fmla="*/ 4050 h 4050"/>
              <a:gd name="p0x9" fmla="*/ 150 w 7654"/>
              <a:gd name="p0y9" fmla="*/ 4050 h 4050"/>
              <a:gd name="p0x10" fmla="*/ 67 w 7654"/>
              <a:gd name="p0y10" fmla="*/ 4050 h 4050"/>
              <a:gd name="p0x11" fmla="*/ 0 w 7654"/>
              <a:gd name="p0y11" fmla="*/ 3982 h 4050"/>
              <a:gd name="p0x12" fmla="*/ 0 w 7654"/>
              <a:gd name="p0y12" fmla="*/ 3900 h 4050"/>
              <a:gd name="p0x13" fmla="*/ 0 w 7654"/>
              <a:gd name="p0y13" fmla="*/ 150 h 4050"/>
              <a:gd name="p0x14" fmla="*/ 0 w 7654"/>
              <a:gd name="p0y14" fmla="*/ 67 h 4050"/>
              <a:gd name="p0x15" fmla="*/ 67 w 7654"/>
              <a:gd name="p0y15" fmla="*/ 0 h 4050"/>
              <a:gd name="p0x16" fmla="*/ 150 w 7654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6950345" y="1289685"/>
            <a:ext cx="447013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模块现状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7485380" y="20834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4074" t="-1212" r="-4074" b="-1212"/>
          <a:stretch>
            <a:fillRect/>
          </a:stretch>
        </p:blipFill>
        <p:spPr>
          <a:xfrm>
            <a:off x="7564120" y="2145030"/>
            <a:ext cx="185420" cy="2146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7142855" y="2488883"/>
            <a:ext cx="10287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策略适配器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5"/>
            </p:custDataLst>
          </p:nvPr>
        </p:nvSpPr>
        <p:spPr>
          <a:xfrm>
            <a:off x="9013825" y="20834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9080500" y="2145030"/>
            <a:ext cx="209550" cy="2146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9"/>
            </p:custDataLst>
          </p:nvPr>
        </p:nvSpPr>
        <p:spPr>
          <a:xfrm>
            <a:off x="8585302" y="2488883"/>
            <a:ext cx="12002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四阶段流水线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0"/>
            </p:custDataLst>
          </p:nvPr>
        </p:nvSpPr>
        <p:spPr>
          <a:xfrm>
            <a:off x="10541635" y="20834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1458" t="-1212" r="-1458" b="-1212"/>
          <a:stretch>
            <a:fillRect/>
          </a:stretch>
        </p:blipFill>
        <p:spPr>
          <a:xfrm>
            <a:off x="10634980" y="2145030"/>
            <a:ext cx="156845" cy="2146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4"/>
            </p:custDataLst>
          </p:nvPr>
        </p:nvSpPr>
        <p:spPr>
          <a:xfrm>
            <a:off x="10113464" y="2488883"/>
            <a:ext cx="12002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固定策略局限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5"/>
            </p:custDataLst>
          </p:nvPr>
        </p:nvSpPr>
        <p:spPr>
          <a:xfrm>
            <a:off x="7251700" y="3209925"/>
            <a:ext cx="1073150" cy="276225"/>
          </a:xfrm>
          <a:custGeom>
            <a:avLst/>
            <a:gdLst>
              <a:gd name="sw" fmla="*/ 1 w 1690"/>
              <a:gd name="sh" fmla="*/ 1 h 435"/>
              <a:gd name="mins" fmla="min sw sh"/>
              <a:gd name="dsw" fmla="+- 0 sw mins"/>
              <a:gd name="dsh" fmla="+- 0 sh mins"/>
              <a:gd name="p0x0" fmla="*/ 217 w 1690"/>
              <a:gd name="p0y0" fmla="*/ 0 h 435"/>
              <a:gd name="p0x1" fmla="*/ 1472 w 1690"/>
              <a:gd name="p0y1" fmla="*/ 0 h 435"/>
              <a:gd name="p0x2" fmla="*/ 1593 w 1690"/>
              <a:gd name="p0y2" fmla="*/ 0 h 435"/>
              <a:gd name="p0x3" fmla="*/ 1690 w 1690"/>
              <a:gd name="p0y3" fmla="*/ 97 h 435"/>
              <a:gd name="p0x4" fmla="*/ 1690 w 1690"/>
              <a:gd name="p0y4" fmla="*/ 217 h 435"/>
              <a:gd name="p0x5" fmla="*/ 1690 w 1690"/>
              <a:gd name="p0y5" fmla="*/ 337 h 435"/>
              <a:gd name="p0x6" fmla="*/ 1593 w 1690"/>
              <a:gd name="p0y6" fmla="*/ 435 h 435"/>
              <a:gd name="p0x7" fmla="*/ 1472 w 1690"/>
              <a:gd name="p0y7" fmla="*/ 435 h 435"/>
              <a:gd name="p0x8" fmla="*/ 217 w 1690"/>
              <a:gd name="p0y8" fmla="*/ 435 h 435"/>
              <a:gd name="p0x9" fmla="*/ 97 w 1690"/>
              <a:gd name="p0y9" fmla="*/ 435 h 435"/>
              <a:gd name="p0x10" fmla="*/ 0 w 1690"/>
              <a:gd name="p0y10" fmla="*/ 337 h 435"/>
              <a:gd name="p0x11" fmla="*/ 0 w 1690"/>
              <a:gd name="p0y11" fmla="*/ 217 h 435"/>
              <a:gd name="p0x12" fmla="*/ 0 w 1690"/>
              <a:gd name="p0y12" fmla="*/ 97 h 435"/>
              <a:gd name="p0x13" fmla="*/ 97 w 1690"/>
              <a:gd name="p0y13" fmla="*/ 0 h 435"/>
              <a:gd name="p0x14" fmla="*/ 217 w 169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46"/>
            </p:custDataLst>
          </p:nvPr>
        </p:nvSpPr>
        <p:spPr>
          <a:xfrm>
            <a:off x="7328144" y="3248025"/>
            <a:ext cx="107342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支持贪心</a:t>
            </a:r>
            <a:r>
              <a:rPr lang="en-US" altLang="zh-CN"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endParaRPr lang="en-US" altLang="zh-CN"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7"/>
            </p:custDataLst>
          </p:nvPr>
        </p:nvSpPr>
        <p:spPr>
          <a:xfrm>
            <a:off x="8401050" y="3209925"/>
            <a:ext cx="1066800" cy="276225"/>
          </a:xfrm>
          <a:custGeom>
            <a:avLst/>
            <a:gdLst>
              <a:gd name="sw" fmla="*/ 1 w 1680"/>
              <a:gd name="sh" fmla="*/ 1 h 435"/>
              <a:gd name="mins" fmla="min sw sh"/>
              <a:gd name="dsw" fmla="+- 0 sw mins"/>
              <a:gd name="dsh" fmla="+- 0 sh mins"/>
              <a:gd name="p0x0" fmla="*/ 217 w 1680"/>
              <a:gd name="p0y0" fmla="*/ 0 h 435"/>
              <a:gd name="p0x1" fmla="*/ 1462 w 1680"/>
              <a:gd name="p0y1" fmla="*/ 0 h 435"/>
              <a:gd name="p0x2" fmla="*/ 1582 w 1680"/>
              <a:gd name="p0y2" fmla="*/ 0 h 435"/>
              <a:gd name="p0x3" fmla="*/ 1680 w 1680"/>
              <a:gd name="p0y3" fmla="*/ 97 h 435"/>
              <a:gd name="p0x4" fmla="*/ 1680 w 1680"/>
              <a:gd name="p0y4" fmla="*/ 217 h 435"/>
              <a:gd name="p0x5" fmla="*/ 1680 w 1680"/>
              <a:gd name="p0y5" fmla="*/ 337 h 435"/>
              <a:gd name="p0x6" fmla="*/ 1582 w 1680"/>
              <a:gd name="p0y6" fmla="*/ 435 h 435"/>
              <a:gd name="p0x7" fmla="*/ 1462 w 1680"/>
              <a:gd name="p0y7" fmla="*/ 435 h 435"/>
              <a:gd name="p0x8" fmla="*/ 217 w 1680"/>
              <a:gd name="p0y8" fmla="*/ 435 h 435"/>
              <a:gd name="p0x9" fmla="*/ 97 w 1680"/>
              <a:gd name="p0y9" fmla="*/ 435 h 435"/>
              <a:gd name="p0x10" fmla="*/ 0 w 1680"/>
              <a:gd name="p0y10" fmla="*/ 337 h 435"/>
              <a:gd name="p0x11" fmla="*/ 0 w 1680"/>
              <a:gd name="p0y11" fmla="*/ 217 h 435"/>
              <a:gd name="p0x12" fmla="*/ 0 w 1680"/>
              <a:gd name="p0y12" fmla="*/ 97 h 435"/>
              <a:gd name="p0x13" fmla="*/ 97 w 1680"/>
              <a:gd name="p0y13" fmla="*/ 0 h 435"/>
              <a:gd name="p0x14" fmla="*/ 217 w 168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48"/>
            </p:custDataLst>
          </p:nvPr>
        </p:nvSpPr>
        <p:spPr>
          <a:xfrm>
            <a:off x="8477765" y="3248025"/>
            <a:ext cx="1066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随机探索策略</a:t>
            </a:r>
            <a:endParaRPr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9"/>
            </p:custDataLst>
          </p:nvPr>
        </p:nvSpPr>
        <p:spPr>
          <a:xfrm>
            <a:off x="9544050" y="3209925"/>
            <a:ext cx="1574165" cy="276225"/>
          </a:xfrm>
          <a:custGeom>
            <a:avLst/>
            <a:gdLst>
              <a:gd name="sw" fmla="*/ 1 w 2478"/>
              <a:gd name="sh" fmla="*/ 1 h 435"/>
              <a:gd name="mins" fmla="min sw sh"/>
              <a:gd name="dsw" fmla="+- 0 sw mins"/>
              <a:gd name="dsh" fmla="+- 0 sh mins"/>
              <a:gd name="p0x0" fmla="*/ 217 w 2478"/>
              <a:gd name="p0y0" fmla="*/ 0 h 435"/>
              <a:gd name="p0x1" fmla="*/ 2261 w 2478"/>
              <a:gd name="p0y1" fmla="*/ 0 h 435"/>
              <a:gd name="p0x2" fmla="*/ 2381 w 2478"/>
              <a:gd name="p0y2" fmla="*/ 0 h 435"/>
              <a:gd name="p0x3" fmla="*/ 2478 w 2478"/>
              <a:gd name="p0y3" fmla="*/ 97 h 435"/>
              <a:gd name="p0x4" fmla="*/ 2478 w 2478"/>
              <a:gd name="p0y4" fmla="*/ 217 h 435"/>
              <a:gd name="p0x5" fmla="*/ 2478 w 2478"/>
              <a:gd name="p0y5" fmla="*/ 337 h 435"/>
              <a:gd name="p0x6" fmla="*/ 2381 w 2478"/>
              <a:gd name="p0y6" fmla="*/ 435 h 435"/>
              <a:gd name="p0x7" fmla="*/ 2261 w 2478"/>
              <a:gd name="p0y7" fmla="*/ 435 h 435"/>
              <a:gd name="p0x8" fmla="*/ 217 w 2478"/>
              <a:gd name="p0y8" fmla="*/ 435 h 435"/>
              <a:gd name="p0x9" fmla="*/ 97 w 2478"/>
              <a:gd name="p0y9" fmla="*/ 435 h 435"/>
              <a:gd name="p0x10" fmla="*/ 0 w 2478"/>
              <a:gd name="p0y10" fmla="*/ 337 h 435"/>
              <a:gd name="p0x11" fmla="*/ 0 w 2478"/>
              <a:gd name="p0y11" fmla="*/ 217 h 435"/>
              <a:gd name="p0x12" fmla="*/ 0 w 2478"/>
              <a:gd name="p0y12" fmla="*/ 97 h 435"/>
              <a:gd name="p0x13" fmla="*/ 97 w 2478"/>
              <a:gd name="p0y13" fmla="*/ 0 h 435"/>
              <a:gd name="p0x14" fmla="*/ 217 w 247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50"/>
            </p:custDataLst>
          </p:nvPr>
        </p:nvSpPr>
        <p:spPr>
          <a:xfrm>
            <a:off x="9620841" y="3248025"/>
            <a:ext cx="15741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实时交互有限</a:t>
            </a:r>
            <a:endParaRPr lang="zh-CN" altLang="en-US"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51"/>
            </p:custDataLst>
          </p:nvPr>
        </p:nvSpPr>
        <p:spPr>
          <a:xfrm>
            <a:off x="6754495" y="3900170"/>
            <a:ext cx="4860925" cy="2571750"/>
          </a:xfrm>
          <a:custGeom>
            <a:avLst/>
            <a:gdLst>
              <a:gd name="sw" fmla="*/ 1 w 7654"/>
              <a:gd name="sh" fmla="*/ 1 h 4050"/>
              <a:gd name="mins" fmla="min sw sh"/>
              <a:gd name="dsw" fmla="+- 0 sw mins"/>
              <a:gd name="dsh" fmla="+- 0 sh mins"/>
              <a:gd name="p0x0" fmla="*/ 150 w 7654"/>
              <a:gd name="p0y0" fmla="*/ 0 h 4050"/>
              <a:gd name="p0x1" fmla="*/ 7504 w 7654"/>
              <a:gd name="p0y1" fmla="*/ 0 h 4050"/>
              <a:gd name="p0x2" fmla="*/ 7587 w 7654"/>
              <a:gd name="p0y2" fmla="*/ 0 h 4050"/>
              <a:gd name="p0x3" fmla="*/ 7654 w 7654"/>
              <a:gd name="p0y3" fmla="*/ 67 h 4050"/>
              <a:gd name="p0x4" fmla="*/ 7654 w 7654"/>
              <a:gd name="p0y4" fmla="*/ 150 h 4050"/>
              <a:gd name="p0x5" fmla="*/ 7654 w 7654"/>
              <a:gd name="p0y5" fmla="*/ 3900 h 4050"/>
              <a:gd name="p0x6" fmla="*/ 7654 w 7654"/>
              <a:gd name="p0y6" fmla="*/ 3982 h 4050"/>
              <a:gd name="p0x7" fmla="*/ 7587 w 7654"/>
              <a:gd name="p0y7" fmla="*/ 4050 h 4050"/>
              <a:gd name="p0x8" fmla="*/ 7504 w 7654"/>
              <a:gd name="p0y8" fmla="*/ 4050 h 4050"/>
              <a:gd name="p0x9" fmla="*/ 150 w 7654"/>
              <a:gd name="p0y9" fmla="*/ 4050 h 4050"/>
              <a:gd name="p0x10" fmla="*/ 67 w 7654"/>
              <a:gd name="p0y10" fmla="*/ 4050 h 4050"/>
              <a:gd name="p0x11" fmla="*/ 0 w 7654"/>
              <a:gd name="p0y11" fmla="*/ 3982 h 4050"/>
              <a:gd name="p0x12" fmla="*/ 0 w 7654"/>
              <a:gd name="p0y12" fmla="*/ 3900 h 4050"/>
              <a:gd name="p0x13" fmla="*/ 0 w 7654"/>
              <a:gd name="p0y13" fmla="*/ 150 h 4050"/>
              <a:gd name="p0x14" fmla="*/ 0 w 7654"/>
              <a:gd name="p0y14" fmla="*/ 67 h 4050"/>
              <a:gd name="p0x15" fmla="*/ 67 w 7654"/>
              <a:gd name="p0y15" fmla="*/ 0 h 4050"/>
              <a:gd name="p0x16" fmla="*/ 150 w 7654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52"/>
            </p:custDataLst>
          </p:nvPr>
        </p:nvSpPr>
        <p:spPr>
          <a:xfrm>
            <a:off x="6950345" y="4080510"/>
            <a:ext cx="447013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相关研究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3"/>
            </p:custDataLst>
          </p:nvPr>
        </p:nvSpPr>
        <p:spPr>
          <a:xfrm>
            <a:off x="7829550" y="46380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2619" t="-3067" r="-2619" b="-3067"/>
          <a:stretch>
            <a:fillRect/>
          </a:stretch>
        </p:blipFill>
        <p:spPr>
          <a:xfrm>
            <a:off x="7898765" y="4718685"/>
            <a:ext cx="280670" cy="25273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7"/>
            </p:custDataLst>
          </p:nvPr>
        </p:nvSpPr>
        <p:spPr>
          <a:xfrm>
            <a:off x="7463799" y="5119716"/>
            <a:ext cx="1150963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ArkAnalyzer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58"/>
            </p:custDataLst>
          </p:nvPr>
        </p:nvSpPr>
        <p:spPr>
          <a:xfrm>
            <a:off x="7137797" y="5412610"/>
            <a:ext cx="1803054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首个</a:t>
            </a:r>
            <a:r>
              <a:rPr lang="en-US" altLang="zh-CN"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ArkTS</a:t>
            </a:r>
            <a:r>
              <a:rPr lang="zh-CN" altLang="en-US"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静态分析框架</a:t>
            </a:r>
            <a:endParaRPr lang="zh-CN" altLang="en-US" sz="12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9"/>
            </p:custDataLst>
          </p:nvPr>
        </p:nvSpPr>
        <p:spPr>
          <a:xfrm>
            <a:off x="10121900" y="46380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l="-6795" t="-1026" r="-6795" b="-1026"/>
          <a:stretch>
            <a:fillRect/>
          </a:stretch>
        </p:blipFill>
        <p:spPr>
          <a:xfrm>
            <a:off x="10190480" y="4718685"/>
            <a:ext cx="281305" cy="25273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3"/>
            </p:custDataLst>
          </p:nvPr>
        </p:nvSpPr>
        <p:spPr>
          <a:xfrm>
            <a:off x="10011813" y="5119716"/>
            <a:ext cx="639518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APAK</a:t>
            </a:r>
            <a:endParaRPr sz="13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64"/>
            </p:custDataLst>
          </p:nvPr>
        </p:nvSpPr>
        <p:spPr>
          <a:xfrm>
            <a:off x="9569491" y="5412610"/>
            <a:ext cx="15240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上下文敏感指针分析</a:t>
            </a:r>
            <a:endParaRPr sz="12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65"/>
            </p:custDataLst>
          </p:nvPr>
        </p:nvSpPr>
        <p:spPr>
          <a:xfrm>
            <a:off x="6950075" y="5924550"/>
            <a:ext cx="4470400" cy="352425"/>
          </a:xfrm>
          <a:custGeom>
            <a:avLst/>
            <a:gdLst>
              <a:gd name="sw" fmla="*/ 1 w 7039"/>
              <a:gd name="sh" fmla="*/ 1 h 555"/>
              <a:gd name="mins" fmla="min sw sh"/>
              <a:gd name="dsw" fmla="+- 0 sw mins"/>
              <a:gd name="dsh" fmla="+- 0 sh mins"/>
              <a:gd name="p0x0" fmla="*/ 150 w 7039"/>
              <a:gd name="p0y0" fmla="*/ 0 h 555"/>
              <a:gd name="p0x1" fmla="*/ 6889 w 7039"/>
              <a:gd name="p0y1" fmla="*/ 0 h 555"/>
              <a:gd name="p0x2" fmla="*/ 6972 w 7039"/>
              <a:gd name="p0y2" fmla="*/ 0 h 555"/>
              <a:gd name="p0x3" fmla="*/ 7039 w 7039"/>
              <a:gd name="p0y3" fmla="*/ 67 h 555"/>
              <a:gd name="p0x4" fmla="*/ 7039 w 7039"/>
              <a:gd name="p0y4" fmla="*/ 150 h 555"/>
              <a:gd name="p0x5" fmla="*/ 7039 w 7039"/>
              <a:gd name="p0y5" fmla="*/ 405 h 555"/>
              <a:gd name="p0x6" fmla="*/ 7039 w 7039"/>
              <a:gd name="p0y6" fmla="*/ 487 h 555"/>
              <a:gd name="p0x7" fmla="*/ 6972 w 7039"/>
              <a:gd name="p0y7" fmla="*/ 555 h 555"/>
              <a:gd name="p0x8" fmla="*/ 6889 w 7039"/>
              <a:gd name="p0y8" fmla="*/ 555 h 555"/>
              <a:gd name="p0x9" fmla="*/ 150 w 7039"/>
              <a:gd name="p0y9" fmla="*/ 555 h 555"/>
              <a:gd name="p0x10" fmla="*/ 67 w 7039"/>
              <a:gd name="p0y10" fmla="*/ 555 h 555"/>
              <a:gd name="p0x11" fmla="*/ 0 w 7039"/>
              <a:gd name="p0y11" fmla="*/ 487 h 555"/>
              <a:gd name="p0x12" fmla="*/ 0 w 7039"/>
              <a:gd name="p0y12" fmla="*/ 405 h 555"/>
              <a:gd name="p0x13" fmla="*/ 0 w 7039"/>
              <a:gd name="p0y13" fmla="*/ 150 h 555"/>
              <a:gd name="p0x14" fmla="*/ 0 w 7039"/>
              <a:gd name="p0y14" fmla="*/ 67 h 555"/>
              <a:gd name="p0x15" fmla="*/ 67 w 7039"/>
              <a:gd name="p0y15" fmla="*/ 0 h 555"/>
              <a:gd name="p0x16" fmla="*/ 150 w 7039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>
            <a:fillRect/>
          </a:stretch>
        </p:blipFill>
        <p:spPr>
          <a:xfrm>
            <a:off x="8150860" y="6010275"/>
            <a:ext cx="133350" cy="15240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69"/>
            </p:custDataLst>
          </p:nvPr>
        </p:nvSpPr>
        <p:spPr>
          <a:xfrm>
            <a:off x="8275292" y="6000750"/>
            <a:ext cx="204877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APAK</a:t>
            </a:r>
            <a:r>
              <a:rPr lang="zh-CN" altLang="en-US"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已合并入</a:t>
            </a:r>
            <a:r>
              <a:rPr lang="en-US" altLang="zh-CN"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ArkAnalyzer</a:t>
            </a:r>
            <a:endParaRPr lang="en-US" altLang="zh-CN" sz="12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alt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组件系统与</a:t>
            </a:r>
            <a:r>
              <a:rPr lang="en-US" altLang="zh-CN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测试技术</a:t>
            </a:r>
            <a:endParaRPr lang="zh-CN" altLang="en-US"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1088707"/>
            <a:ext cx="348273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组件树结构</a:t>
            </a:r>
            <a:endParaRPr lang="zh-CN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4301880" y="1088707"/>
            <a:ext cx="348273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组件优先级机制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"/>
            </p:custDataLst>
          </p:nvPr>
        </p:nvSpPr>
        <p:spPr>
          <a:xfrm>
            <a:off x="8032252" y="1088707"/>
            <a:ext cx="358824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自动化测试策略</a:t>
            </a:r>
            <a:endParaRPr lang="zh-CN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575945" y="1633220"/>
            <a:ext cx="3473450" cy="4838700"/>
          </a:xfrm>
          <a:custGeom>
            <a:avLst/>
            <a:gdLst>
              <a:gd name="sw" fmla="*/ 1 w 5469"/>
              <a:gd name="sh" fmla="*/ 1 h 7620"/>
              <a:gd name="mins" fmla="min sw sh"/>
              <a:gd name="dsw" fmla="+- 0 sw mins"/>
              <a:gd name="dsh" fmla="+- 0 sh mins"/>
              <a:gd name="p0x0" fmla="*/ 150 w 5469"/>
              <a:gd name="p0y0" fmla="*/ 0 h 7620"/>
              <a:gd name="p0x1" fmla="*/ 5319 w 5469"/>
              <a:gd name="p0y1" fmla="*/ 0 h 7620"/>
              <a:gd name="p0x2" fmla="*/ 5402 w 5469"/>
              <a:gd name="p0y2" fmla="*/ 0 h 7620"/>
              <a:gd name="p0x3" fmla="*/ 5469 w 5469"/>
              <a:gd name="p0y3" fmla="*/ 67 h 7620"/>
              <a:gd name="p0x4" fmla="*/ 5469 w 5469"/>
              <a:gd name="p0y4" fmla="*/ 150 h 7620"/>
              <a:gd name="p0x5" fmla="*/ 5469 w 5469"/>
              <a:gd name="p0y5" fmla="*/ 7470 h 7620"/>
              <a:gd name="p0x6" fmla="*/ 5469 w 5469"/>
              <a:gd name="p0y6" fmla="*/ 7552 h 7620"/>
              <a:gd name="p0x7" fmla="*/ 5402 w 5469"/>
              <a:gd name="p0y7" fmla="*/ 7620 h 7620"/>
              <a:gd name="p0x8" fmla="*/ 5319 w 5469"/>
              <a:gd name="p0y8" fmla="*/ 7620 h 7620"/>
              <a:gd name="p0x9" fmla="*/ 150 w 5469"/>
              <a:gd name="p0y9" fmla="*/ 7620 h 7620"/>
              <a:gd name="p0x10" fmla="*/ 67 w 5469"/>
              <a:gd name="p0y10" fmla="*/ 7620 h 7620"/>
              <a:gd name="p0x11" fmla="*/ 0 w 5469"/>
              <a:gd name="p0y11" fmla="*/ 7552 h 7620"/>
              <a:gd name="p0x12" fmla="*/ 0 w 5469"/>
              <a:gd name="p0y12" fmla="*/ 7470 h 7620"/>
              <a:gd name="p0x13" fmla="*/ 0 w 5469"/>
              <a:gd name="p0y13" fmla="*/ 150 h 7620"/>
              <a:gd name="p0x14" fmla="*/ 0 w 5469"/>
              <a:gd name="p0y14" fmla="*/ 67 h 7620"/>
              <a:gd name="p0x15" fmla="*/ 67 w 5469"/>
              <a:gd name="p0y15" fmla="*/ 0 h 7620"/>
              <a:gd name="p0x16" fmla="*/ 150 w 5469"/>
              <a:gd name="p0y16" fmla="*/ 0 h 76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6"/>
            </p:custDataLst>
          </p:nvPr>
        </p:nvSpPr>
        <p:spPr>
          <a:xfrm>
            <a:off x="771525" y="18288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840105" y="1909445"/>
            <a:ext cx="281305" cy="25273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1304925" y="1814513"/>
            <a:ext cx="254928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两种开发范式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1304925" y="2089785"/>
            <a:ext cx="254928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ArkTS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声明式组件和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NDK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原生组件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2"/>
            </p:custDataLst>
          </p:nvPr>
        </p:nvSpPr>
        <p:spPr>
          <a:xfrm>
            <a:off x="771525" y="27673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10152" r="-2000" b="-10152"/>
          <a:stretch>
            <a:fillRect/>
          </a:stretch>
        </p:blipFill>
        <p:spPr>
          <a:xfrm>
            <a:off x="857250" y="2848610"/>
            <a:ext cx="247650" cy="2520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1304925" y="2753620"/>
            <a:ext cx="254928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树形结构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304925" y="3028893"/>
            <a:ext cx="254928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组件遵循树形结构，每个组件可包含子组件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771525" y="37064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57250" y="3787775"/>
            <a:ext cx="247650" cy="2520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1304925" y="3692728"/>
            <a:ext cx="254928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组件类型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1304925" y="3968001"/>
            <a:ext cx="25718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基础组件、容器组件、导航组件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4"/>
            </p:custDataLst>
          </p:nvPr>
        </p:nvSpPr>
        <p:spPr>
          <a:xfrm>
            <a:off x="4306570" y="1633220"/>
            <a:ext cx="3472815" cy="4838700"/>
          </a:xfrm>
          <a:custGeom>
            <a:avLst/>
            <a:gdLst>
              <a:gd name="sw" fmla="*/ 1 w 5469"/>
              <a:gd name="sh" fmla="*/ 1 h 7620"/>
              <a:gd name="mins" fmla="min sw sh"/>
              <a:gd name="dsw" fmla="+- 0 sw mins"/>
              <a:gd name="dsh" fmla="+- 0 sh mins"/>
              <a:gd name="p0x0" fmla="*/ 150 w 5469"/>
              <a:gd name="p0y0" fmla="*/ 0 h 7620"/>
              <a:gd name="p0x1" fmla="*/ 5319 w 5469"/>
              <a:gd name="p0y1" fmla="*/ 0 h 7620"/>
              <a:gd name="p0x2" fmla="*/ 5402 w 5469"/>
              <a:gd name="p0y2" fmla="*/ 0 h 7620"/>
              <a:gd name="p0x3" fmla="*/ 5469 w 5469"/>
              <a:gd name="p0y3" fmla="*/ 67 h 7620"/>
              <a:gd name="p0x4" fmla="*/ 5469 w 5469"/>
              <a:gd name="p0y4" fmla="*/ 150 h 7620"/>
              <a:gd name="p0x5" fmla="*/ 5469 w 5469"/>
              <a:gd name="p0y5" fmla="*/ 7470 h 7620"/>
              <a:gd name="p0x6" fmla="*/ 5469 w 5469"/>
              <a:gd name="p0y6" fmla="*/ 7552 h 7620"/>
              <a:gd name="p0x7" fmla="*/ 5402 w 5469"/>
              <a:gd name="p0y7" fmla="*/ 7620 h 7620"/>
              <a:gd name="p0x8" fmla="*/ 5319 w 5469"/>
              <a:gd name="p0y8" fmla="*/ 7620 h 7620"/>
              <a:gd name="p0x9" fmla="*/ 150 w 5469"/>
              <a:gd name="p0y9" fmla="*/ 7620 h 7620"/>
              <a:gd name="p0x10" fmla="*/ 67 w 5469"/>
              <a:gd name="p0y10" fmla="*/ 7620 h 7620"/>
              <a:gd name="p0x11" fmla="*/ 0 w 5469"/>
              <a:gd name="p0y11" fmla="*/ 7552 h 7620"/>
              <a:gd name="p0x12" fmla="*/ 0 w 5469"/>
              <a:gd name="p0y12" fmla="*/ 7470 h 7620"/>
              <a:gd name="p0x13" fmla="*/ 0 w 5469"/>
              <a:gd name="p0y13" fmla="*/ 150 h 7620"/>
              <a:gd name="p0x14" fmla="*/ 0 w 5469"/>
              <a:gd name="p0y14" fmla="*/ 67 h 7620"/>
              <a:gd name="p0x15" fmla="*/ 67 w 5469"/>
              <a:gd name="p0y15" fmla="*/ 0 h 7620"/>
              <a:gd name="p0x16" fmla="*/ 150 w 5469"/>
              <a:gd name="p0y16" fmla="*/ 0 h 76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5"/>
            </p:custDataLst>
          </p:nvPr>
        </p:nvSpPr>
        <p:spPr>
          <a:xfrm>
            <a:off x="4501515" y="18288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4587240" y="1909445"/>
            <a:ext cx="24765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9"/>
            </p:custDataLst>
          </p:nvPr>
        </p:nvSpPr>
        <p:spPr>
          <a:xfrm>
            <a:off x="5035305" y="1814513"/>
            <a:ext cx="254928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displayPriority</a:t>
            </a:r>
            <a:r>
              <a:rPr lang="zh-CN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</a:t>
            </a:r>
            <a:endParaRPr lang="zh-CN"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0"/>
            </p:custDataLst>
          </p:nvPr>
        </p:nvSpPr>
        <p:spPr>
          <a:xfrm>
            <a:off x="5035305" y="2089785"/>
            <a:ext cx="254928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框架中组件具有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displayPriority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1"/>
            </p:custDataLst>
          </p:nvPr>
        </p:nvSpPr>
        <p:spPr>
          <a:xfrm>
            <a:off x="4501515" y="27673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6522" t="-10152" r="-6522" b="-10152"/>
          <a:stretch>
            <a:fillRect/>
          </a:stretch>
        </p:blipFill>
        <p:spPr>
          <a:xfrm>
            <a:off x="4587240" y="2848610"/>
            <a:ext cx="247650" cy="25209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5"/>
            </p:custDataLst>
          </p:nvPr>
        </p:nvSpPr>
        <p:spPr>
          <a:xfrm>
            <a:off x="5035305" y="2753620"/>
            <a:ext cx="254928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数值越大优先级越高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6"/>
            </p:custDataLst>
          </p:nvPr>
        </p:nvSpPr>
        <p:spPr>
          <a:xfrm>
            <a:off x="5035305" y="3028893"/>
            <a:ext cx="254928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父容器空间不足时低优先级子组件被隐藏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7"/>
            </p:custDataLst>
          </p:nvPr>
        </p:nvSpPr>
        <p:spPr>
          <a:xfrm>
            <a:off x="4501515" y="37064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1228" t="-897" r="-1228" b="-897"/>
          <a:stretch>
            <a:fillRect/>
          </a:stretch>
        </p:blipFill>
        <p:spPr>
          <a:xfrm>
            <a:off x="4618355" y="3787775"/>
            <a:ext cx="185420" cy="25209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1"/>
            </p:custDataLst>
          </p:nvPr>
        </p:nvSpPr>
        <p:spPr>
          <a:xfrm>
            <a:off x="5035305" y="3692728"/>
            <a:ext cx="254928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测试参考思路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42"/>
            </p:custDataLst>
          </p:nvPr>
        </p:nvSpPr>
        <p:spPr>
          <a:xfrm>
            <a:off x="5035305" y="3968001"/>
            <a:ext cx="254928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为测试场景中组件优先级划分提供参考思路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3"/>
            </p:custDataLst>
          </p:nvPr>
        </p:nvSpPr>
        <p:spPr>
          <a:xfrm>
            <a:off x="8036560" y="1633220"/>
            <a:ext cx="3578860" cy="4838700"/>
          </a:xfrm>
          <a:custGeom>
            <a:avLst/>
            <a:gdLst>
              <a:gd name="sw" fmla="*/ 1 w 5635"/>
              <a:gd name="sh" fmla="*/ 1 h 7620"/>
              <a:gd name="mins" fmla="min sw sh"/>
              <a:gd name="dsw" fmla="+- 0 sw mins"/>
              <a:gd name="dsh" fmla="+- 0 sh mins"/>
              <a:gd name="p0x0" fmla="*/ 150 w 5635"/>
              <a:gd name="p0y0" fmla="*/ 0 h 7620"/>
              <a:gd name="p0x1" fmla="*/ 5485 w 5635"/>
              <a:gd name="p0y1" fmla="*/ 0 h 7620"/>
              <a:gd name="p0x2" fmla="*/ 5568 w 5635"/>
              <a:gd name="p0y2" fmla="*/ 0 h 7620"/>
              <a:gd name="p0x3" fmla="*/ 5635 w 5635"/>
              <a:gd name="p0y3" fmla="*/ 67 h 7620"/>
              <a:gd name="p0x4" fmla="*/ 5635 w 5635"/>
              <a:gd name="p0y4" fmla="*/ 150 h 7620"/>
              <a:gd name="p0x5" fmla="*/ 5635 w 5635"/>
              <a:gd name="p0y5" fmla="*/ 7470 h 7620"/>
              <a:gd name="p0x6" fmla="*/ 5635 w 5635"/>
              <a:gd name="p0y6" fmla="*/ 7552 h 7620"/>
              <a:gd name="p0x7" fmla="*/ 5568 w 5635"/>
              <a:gd name="p0y7" fmla="*/ 7620 h 7620"/>
              <a:gd name="p0x8" fmla="*/ 5485 w 5635"/>
              <a:gd name="p0y8" fmla="*/ 7620 h 7620"/>
              <a:gd name="p0x9" fmla="*/ 150 w 5635"/>
              <a:gd name="p0y9" fmla="*/ 7620 h 7620"/>
              <a:gd name="p0x10" fmla="*/ 67 w 5635"/>
              <a:gd name="p0y10" fmla="*/ 7620 h 7620"/>
              <a:gd name="p0x11" fmla="*/ 0 w 5635"/>
              <a:gd name="p0y11" fmla="*/ 7552 h 7620"/>
              <a:gd name="p0x12" fmla="*/ 0 w 5635"/>
              <a:gd name="p0y12" fmla="*/ 7470 h 7620"/>
              <a:gd name="p0x13" fmla="*/ 0 w 5635"/>
              <a:gd name="p0y13" fmla="*/ 150 h 7620"/>
              <a:gd name="p0x14" fmla="*/ 0 w 5635"/>
              <a:gd name="p0y14" fmla="*/ 67 h 7620"/>
              <a:gd name="p0x15" fmla="*/ 67 w 5635"/>
              <a:gd name="p0y15" fmla="*/ 0 h 7620"/>
              <a:gd name="p0x16" fmla="*/ 150 w 5635"/>
              <a:gd name="p0y16" fmla="*/ 0 h 76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44"/>
            </p:custDataLst>
          </p:nvPr>
        </p:nvSpPr>
        <p:spPr>
          <a:xfrm>
            <a:off x="8232140" y="18288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317865" y="1909445"/>
            <a:ext cx="247650" cy="25273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8"/>
            </p:custDataLst>
          </p:nvPr>
        </p:nvSpPr>
        <p:spPr>
          <a:xfrm>
            <a:off x="8765677" y="1814513"/>
            <a:ext cx="265479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高频高风险优先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9"/>
            </p:custDataLst>
          </p:nvPr>
        </p:nvSpPr>
        <p:spPr>
          <a:xfrm>
            <a:off x="8765677" y="2089785"/>
            <a:ext cx="2654798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优先覆盖高频、高风险的业务场景是公认的有效策略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50"/>
            </p:custDataLst>
          </p:nvPr>
        </p:nvSpPr>
        <p:spPr>
          <a:xfrm>
            <a:off x="8232140" y="27673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317865" y="2848610"/>
            <a:ext cx="247650" cy="252095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54"/>
            </p:custDataLst>
          </p:nvPr>
        </p:nvSpPr>
        <p:spPr>
          <a:xfrm>
            <a:off x="8765677" y="2753620"/>
            <a:ext cx="265479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Page Object Model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55"/>
            </p:custDataLst>
          </p:nvPr>
        </p:nvSpPr>
        <p:spPr>
          <a:xfrm>
            <a:off x="8765677" y="3028893"/>
            <a:ext cx="2654798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设计模式提升代码可维护性和复用性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6"/>
            </p:custDataLst>
          </p:nvPr>
        </p:nvSpPr>
        <p:spPr>
          <a:xfrm>
            <a:off x="8232140" y="37064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 l="-2738" t="-10152" r="-2738" b="-10152"/>
          <a:stretch>
            <a:fillRect/>
          </a:stretch>
        </p:blipFill>
        <p:spPr>
          <a:xfrm>
            <a:off x="8300720" y="3787775"/>
            <a:ext cx="281305" cy="252095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60"/>
            </p:custDataLst>
          </p:nvPr>
        </p:nvSpPr>
        <p:spPr>
          <a:xfrm>
            <a:off x="8765677" y="3692728"/>
            <a:ext cx="265479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工程支撑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61"/>
            </p:custDataLst>
          </p:nvPr>
        </p:nvSpPr>
        <p:spPr>
          <a:xfrm>
            <a:off x="8765677" y="3968001"/>
            <a:ext cx="2654798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为基于组件优先级的事件调度策略提供工程支撑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HapTest框架与问题分析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框架架构</a:t>
            </a:r>
            <a:endParaRPr lang="zh-CN"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81025" y="1114425"/>
          <a:ext cx="11039473" cy="338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717"/>
                <a:gridCol w="3091014"/>
                <a:gridCol w="6623742"/>
              </a:tblGrid>
              <a:tr h="436215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397AF3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全称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397AF3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核心职责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397AF3"/>
                    </a:solidFill>
                  </a:tcPr>
                </a:tc>
              </a:tr>
              <a:tr h="737443"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CIM</a:t>
                      </a:r>
                      <a:endParaRPr sz="1415" b="1" spc="-14">
                        <a:solidFill>
                          <a:srgbClr val="397AF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代码插桩模块</a:t>
                      </a:r>
                      <a:endParaRPr sz="135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r>
                        <a:rPr lang="en-US" altLang="zh-CN"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OpenHarmony</a:t>
                      </a:r>
                      <a:r>
                        <a:rPr lang="zh-CN" altLang="en-US"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应用的</a:t>
                      </a:r>
                      <a:r>
                        <a:rPr lang="en-US" altLang="zh-CN"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ArkTS</a:t>
                      </a:r>
                      <a:r>
                        <a:rPr lang="zh-CN" altLang="en-US"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源码进行代码插桩</a:t>
                      </a:r>
                      <a:endParaRPr lang="zh-CN" altLang="en-US" sz="135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</a:tr>
              <a:tr h="737443"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EGM</a:t>
                      </a:r>
                      <a:endParaRPr sz="1415" b="1" spc="-14">
                        <a:solidFill>
                          <a:srgbClr val="397AF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事件生成模块</a:t>
                      </a:r>
                      <a:endParaRPr sz="135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提供策略适配器，采用四阶段流水线生成测试事件</a:t>
                      </a:r>
                      <a:endParaRPr sz="135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</a:tr>
              <a:tr h="737443"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EM</a:t>
                      </a:r>
                      <a:endParaRPr sz="1415" b="1" spc="-14">
                        <a:solidFill>
                          <a:srgbClr val="397AF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执行模块</a:t>
                      </a:r>
                      <a:endParaRPr sz="135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控制应用运行、模拟用户交互并收集运行时数据</a:t>
                      </a:r>
                      <a:endParaRPr sz="135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</a:tr>
              <a:tr h="737592"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DPM</a:t>
                      </a:r>
                      <a:endParaRPr sz="1415" b="1" spc="-14">
                        <a:solidFill>
                          <a:srgbClr val="397AF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数据处理模块</a:t>
                      </a:r>
                      <a:endParaRPr sz="135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将采集数据进行处理，构建</a:t>
                      </a:r>
                      <a:r>
                        <a:rPr lang="en-US" altLang="zh-CN"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PTG</a:t>
                      </a:r>
                      <a:r>
                        <a:rPr lang="zh-CN" altLang="en-US"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，存储</a:t>
                      </a:r>
                      <a:r>
                        <a:rPr lang="en-US" altLang="zh-CN" sz="135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DataHub</a:t>
                      </a:r>
                      <a:endParaRPr lang="en-US" altLang="zh-CN" sz="135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5945" y="4619625"/>
            <a:ext cx="11039475" cy="1147445"/>
          </a:xfrm>
          <a:custGeom>
            <a:avLst/>
            <a:gdLst>
              <a:gd name="sw" fmla="*/ 1 w 17385"/>
              <a:gd name="sh" fmla="*/ 1 h 1807"/>
              <a:gd name="mins" fmla="min sw sh"/>
              <a:gd name="dsw" fmla="+- 0 sw mins"/>
              <a:gd name="dsh" fmla="+- 0 sh mins"/>
              <a:gd name="p0x0" fmla="*/ 150 w 17385"/>
              <a:gd name="p0y0" fmla="*/ 0 h 1807"/>
              <a:gd name="p0x1" fmla="*/ 17235 w 17385"/>
              <a:gd name="p0y1" fmla="*/ 0 h 1807"/>
              <a:gd name="p0x2" fmla="*/ 17317 w 17385"/>
              <a:gd name="p0y2" fmla="*/ 0 h 1807"/>
              <a:gd name="p0x3" fmla="*/ 17385 w 17385"/>
              <a:gd name="p0y3" fmla="*/ 67 h 1807"/>
              <a:gd name="p0x4" fmla="*/ 17385 w 17385"/>
              <a:gd name="p0y4" fmla="*/ 150 h 1807"/>
              <a:gd name="p0x5" fmla="*/ 17385 w 17385"/>
              <a:gd name="p0y5" fmla="*/ 1657 h 1807"/>
              <a:gd name="p0x6" fmla="*/ 17385 w 17385"/>
              <a:gd name="p0y6" fmla="*/ 1740 h 1807"/>
              <a:gd name="p0x7" fmla="*/ 17317 w 17385"/>
              <a:gd name="p0y7" fmla="*/ 1807 h 1807"/>
              <a:gd name="p0x8" fmla="*/ 17235 w 17385"/>
              <a:gd name="p0y8" fmla="*/ 1807 h 1807"/>
              <a:gd name="p0x9" fmla="*/ 150 w 17385"/>
              <a:gd name="p0y9" fmla="*/ 1807 h 1807"/>
              <a:gd name="p0x10" fmla="*/ 67 w 17385"/>
              <a:gd name="p0y10" fmla="*/ 1807 h 1807"/>
              <a:gd name="p0x11" fmla="*/ 0 w 17385"/>
              <a:gd name="p0y11" fmla="*/ 1740 h 1807"/>
              <a:gd name="p0x12" fmla="*/ 0 w 17385"/>
              <a:gd name="p0y12" fmla="*/ 1657 h 1807"/>
              <a:gd name="p0x13" fmla="*/ 0 w 17385"/>
              <a:gd name="p0y13" fmla="*/ 150 h 1807"/>
              <a:gd name="p0x14" fmla="*/ 0 w 17385"/>
              <a:gd name="p0y14" fmla="*/ 67 h 1807"/>
              <a:gd name="p0x15" fmla="*/ 67 w 17385"/>
              <a:gd name="p0y15" fmla="*/ 0 h 1807"/>
              <a:gd name="p0x16" fmla="*/ 150 w 17385"/>
              <a:gd name="p0y16" fmla="*/ 0 h 18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71525" y="4738688"/>
            <a:ext cx="106489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8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核心数据流</a:t>
            </a:r>
            <a:endParaRPr sz="1350" spc="8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928620" y="5043170"/>
            <a:ext cx="899795" cy="328930"/>
          </a:xfrm>
          <a:custGeom>
            <a:avLst/>
            <a:gdLst>
              <a:gd name="sw" fmla="*/ 1 w 1416"/>
              <a:gd name="sh" fmla="*/ 1 h 517"/>
              <a:gd name="mins" fmla="min sw sh"/>
              <a:gd name="dsw" fmla="+- 0 sw mins"/>
              <a:gd name="dsh" fmla="+- 0 sh mins"/>
              <a:gd name="p0x0" fmla="*/ 30 w 1416"/>
              <a:gd name="p0y0" fmla="*/ 0 h 517"/>
              <a:gd name="p0x1" fmla="*/ 1386 w 1416"/>
              <a:gd name="p0y1" fmla="*/ 0 h 517"/>
              <a:gd name="p0x2" fmla="*/ 1403 w 1416"/>
              <a:gd name="p0y2" fmla="*/ 0 h 517"/>
              <a:gd name="p0x3" fmla="*/ 1416 w 1416"/>
              <a:gd name="p0y3" fmla="*/ 13 h 517"/>
              <a:gd name="p0x4" fmla="*/ 1416 w 1416"/>
              <a:gd name="p0y4" fmla="*/ 30 h 517"/>
              <a:gd name="p0x5" fmla="*/ 1416 w 1416"/>
              <a:gd name="p0y5" fmla="*/ 487 h 517"/>
              <a:gd name="p0x6" fmla="*/ 1416 w 1416"/>
              <a:gd name="p0y6" fmla="*/ 504 h 517"/>
              <a:gd name="p0x7" fmla="*/ 1403 w 1416"/>
              <a:gd name="p0y7" fmla="*/ 517 h 517"/>
              <a:gd name="p0x8" fmla="*/ 1386 w 1416"/>
              <a:gd name="p0y8" fmla="*/ 517 h 517"/>
              <a:gd name="p0x9" fmla="*/ 30 w 1416"/>
              <a:gd name="p0y9" fmla="*/ 517 h 517"/>
              <a:gd name="p0x10" fmla="*/ 13 w 1416"/>
              <a:gd name="p0y10" fmla="*/ 517 h 517"/>
              <a:gd name="p0x11" fmla="*/ 0 w 1416"/>
              <a:gd name="p0y11" fmla="*/ 504 h 517"/>
              <a:gd name="p0x12" fmla="*/ 0 w 1416"/>
              <a:gd name="p0y12" fmla="*/ 487 h 517"/>
              <a:gd name="p0x13" fmla="*/ 0 w 1416"/>
              <a:gd name="p0y13" fmla="*/ 30 h 517"/>
              <a:gd name="p0x14" fmla="*/ 0 w 1416"/>
              <a:gd name="p0y14" fmla="*/ 13 h 517"/>
              <a:gd name="p0x15" fmla="*/ 13 w 1416"/>
              <a:gd name="p0y15" fmla="*/ 0 h 517"/>
              <a:gd name="p0x16" fmla="*/ 30 w 1416"/>
              <a:gd name="p0y16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005138" y="5081588"/>
            <a:ext cx="93784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CIM</a:t>
            </a:r>
            <a:r>
              <a:rPr lang="zh-CN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插桩</a:t>
            </a:r>
            <a:endParaRPr lang="zh-CN" sz="15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941" t="-27222" r="-2941" b="-27222"/>
          <a:stretch>
            <a:fillRect/>
          </a:stretch>
        </p:blipFill>
        <p:spPr>
          <a:xfrm>
            <a:off x="3926205" y="5116830"/>
            <a:ext cx="171450" cy="176530"/>
          </a:xfrm>
          <a:prstGeom prst="rect">
            <a:avLst/>
          </a:prstGeom>
        </p:spPr>
      </p:pic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194810" y="5043170"/>
            <a:ext cx="1754505" cy="328930"/>
          </a:xfrm>
          <a:custGeom>
            <a:avLst/>
            <a:gdLst>
              <a:gd name="sw" fmla="*/ 1 w 2762"/>
              <a:gd name="sh" fmla="*/ 1 h 517"/>
              <a:gd name="mins" fmla="min sw sh"/>
              <a:gd name="dsw" fmla="+- 0 sw mins"/>
              <a:gd name="dsh" fmla="+- 0 sh mins"/>
              <a:gd name="p0x0" fmla="*/ 30 w 2762"/>
              <a:gd name="p0y0" fmla="*/ 0 h 517"/>
              <a:gd name="p0x1" fmla="*/ 2732 w 2762"/>
              <a:gd name="p0y1" fmla="*/ 0 h 517"/>
              <a:gd name="p0x2" fmla="*/ 2749 w 2762"/>
              <a:gd name="p0y2" fmla="*/ 0 h 517"/>
              <a:gd name="p0x3" fmla="*/ 2762 w 2762"/>
              <a:gd name="p0y3" fmla="*/ 13 h 517"/>
              <a:gd name="p0x4" fmla="*/ 2762 w 2762"/>
              <a:gd name="p0y4" fmla="*/ 30 h 517"/>
              <a:gd name="p0x5" fmla="*/ 2762 w 2762"/>
              <a:gd name="p0y5" fmla="*/ 487 h 517"/>
              <a:gd name="p0x6" fmla="*/ 2762 w 2762"/>
              <a:gd name="p0y6" fmla="*/ 504 h 517"/>
              <a:gd name="p0x7" fmla="*/ 2749 w 2762"/>
              <a:gd name="p0y7" fmla="*/ 517 h 517"/>
              <a:gd name="p0x8" fmla="*/ 2732 w 2762"/>
              <a:gd name="p0y8" fmla="*/ 517 h 517"/>
              <a:gd name="p0x9" fmla="*/ 30 w 2762"/>
              <a:gd name="p0y9" fmla="*/ 517 h 517"/>
              <a:gd name="p0x10" fmla="*/ 13 w 2762"/>
              <a:gd name="p0y10" fmla="*/ 517 h 517"/>
              <a:gd name="p0x11" fmla="*/ 0 w 2762"/>
              <a:gd name="p0y11" fmla="*/ 504 h 517"/>
              <a:gd name="p0x12" fmla="*/ 0 w 2762"/>
              <a:gd name="p0y12" fmla="*/ 487 h 517"/>
              <a:gd name="p0x13" fmla="*/ 0 w 2762"/>
              <a:gd name="p0y13" fmla="*/ 30 h 517"/>
              <a:gd name="p0x14" fmla="*/ 0 w 2762"/>
              <a:gd name="p0y14" fmla="*/ 13 h 517"/>
              <a:gd name="p0x15" fmla="*/ 13 w 2762"/>
              <a:gd name="p0y15" fmla="*/ 0 h 517"/>
              <a:gd name="p0x16" fmla="*/ 30 w 2762"/>
              <a:gd name="p0y16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4271591" y="5081588"/>
            <a:ext cx="179226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生成事件序列</a:t>
            </a:r>
            <a:endParaRPr lang="zh-CN" sz="15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941" t="-27222" r="-2941" b="-27222"/>
          <a:stretch>
            <a:fillRect/>
          </a:stretch>
        </p:blipFill>
        <p:spPr>
          <a:xfrm>
            <a:off x="6047105" y="5116830"/>
            <a:ext cx="171450" cy="176530"/>
          </a:xfrm>
          <a:prstGeom prst="rect">
            <a:avLst/>
          </a:prstGeom>
        </p:spPr>
      </p:pic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6315710" y="5043170"/>
            <a:ext cx="1222375" cy="328930"/>
          </a:xfrm>
          <a:custGeom>
            <a:avLst/>
            <a:gdLst>
              <a:gd name="sw" fmla="*/ 1 w 1924"/>
              <a:gd name="sh" fmla="*/ 1 h 517"/>
              <a:gd name="mins" fmla="min sw sh"/>
              <a:gd name="dsw" fmla="+- 0 sw mins"/>
              <a:gd name="dsh" fmla="+- 0 sh mins"/>
              <a:gd name="p0x0" fmla="*/ 30 w 1924"/>
              <a:gd name="p0y0" fmla="*/ 0 h 517"/>
              <a:gd name="p0x1" fmla="*/ 1894 w 1924"/>
              <a:gd name="p0y1" fmla="*/ 0 h 517"/>
              <a:gd name="p0x2" fmla="*/ 1910 w 1924"/>
              <a:gd name="p0y2" fmla="*/ 0 h 517"/>
              <a:gd name="p0x3" fmla="*/ 1924 w 1924"/>
              <a:gd name="p0y3" fmla="*/ 13 h 517"/>
              <a:gd name="p0x4" fmla="*/ 1924 w 1924"/>
              <a:gd name="p0y4" fmla="*/ 30 h 517"/>
              <a:gd name="p0x5" fmla="*/ 1924 w 1924"/>
              <a:gd name="p0y5" fmla="*/ 487 h 517"/>
              <a:gd name="p0x6" fmla="*/ 1924 w 1924"/>
              <a:gd name="p0y6" fmla="*/ 504 h 517"/>
              <a:gd name="p0x7" fmla="*/ 1910 w 1924"/>
              <a:gd name="p0y7" fmla="*/ 517 h 517"/>
              <a:gd name="p0x8" fmla="*/ 1894 w 1924"/>
              <a:gd name="p0y8" fmla="*/ 517 h 517"/>
              <a:gd name="p0x9" fmla="*/ 30 w 1924"/>
              <a:gd name="p0y9" fmla="*/ 517 h 517"/>
              <a:gd name="p0x10" fmla="*/ 13 w 1924"/>
              <a:gd name="p0y10" fmla="*/ 517 h 517"/>
              <a:gd name="p0x11" fmla="*/ 0 w 1924"/>
              <a:gd name="p0y11" fmla="*/ 504 h 517"/>
              <a:gd name="p0x12" fmla="*/ 0 w 1924"/>
              <a:gd name="p0y12" fmla="*/ 487 h 517"/>
              <a:gd name="p0x13" fmla="*/ 0 w 1924"/>
              <a:gd name="p0y13" fmla="*/ 30 h 517"/>
              <a:gd name="p0x14" fmla="*/ 0 w 1924"/>
              <a:gd name="p0y14" fmla="*/ 13 h 517"/>
              <a:gd name="p0x15" fmla="*/ 13 w 1924"/>
              <a:gd name="p0y15" fmla="*/ 0 h 517"/>
              <a:gd name="p0x16" fmla="*/ 30 w 1924"/>
              <a:gd name="p0y16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6392466" y="5081588"/>
            <a:ext cx="125997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</a:t>
            </a:r>
            <a:r>
              <a:rPr lang="zh-CN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执行事件</a:t>
            </a:r>
            <a:endParaRPr lang="zh-CN" sz="15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941" t="-27222" r="-2941" b="-27222"/>
          <a:stretch>
            <a:fillRect/>
          </a:stretch>
        </p:blipFill>
        <p:spPr>
          <a:xfrm>
            <a:off x="7635240" y="5116830"/>
            <a:ext cx="171450" cy="176530"/>
          </a:xfrm>
          <a:prstGeom prst="rect">
            <a:avLst/>
          </a:prstGeom>
        </p:spPr>
      </p:pic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7904480" y="5043170"/>
            <a:ext cx="1358265" cy="328930"/>
          </a:xfrm>
          <a:custGeom>
            <a:avLst/>
            <a:gdLst>
              <a:gd name="sw" fmla="*/ 1 w 2138"/>
              <a:gd name="sh" fmla="*/ 1 h 517"/>
              <a:gd name="mins" fmla="min sw sh"/>
              <a:gd name="dsw" fmla="+- 0 sw mins"/>
              <a:gd name="dsh" fmla="+- 0 sh mins"/>
              <a:gd name="p0x0" fmla="*/ 30 w 2138"/>
              <a:gd name="p0y0" fmla="*/ 0 h 517"/>
              <a:gd name="p0x1" fmla="*/ 2108 w 2138"/>
              <a:gd name="p0y1" fmla="*/ 0 h 517"/>
              <a:gd name="p0x2" fmla="*/ 2125 w 2138"/>
              <a:gd name="p0y2" fmla="*/ 0 h 517"/>
              <a:gd name="p0x3" fmla="*/ 2138 w 2138"/>
              <a:gd name="p0y3" fmla="*/ 13 h 517"/>
              <a:gd name="p0x4" fmla="*/ 2138 w 2138"/>
              <a:gd name="p0y4" fmla="*/ 30 h 517"/>
              <a:gd name="p0x5" fmla="*/ 2138 w 2138"/>
              <a:gd name="p0y5" fmla="*/ 487 h 517"/>
              <a:gd name="p0x6" fmla="*/ 2138 w 2138"/>
              <a:gd name="p0y6" fmla="*/ 504 h 517"/>
              <a:gd name="p0x7" fmla="*/ 2125 w 2138"/>
              <a:gd name="p0y7" fmla="*/ 517 h 517"/>
              <a:gd name="p0x8" fmla="*/ 2108 w 2138"/>
              <a:gd name="p0y8" fmla="*/ 517 h 517"/>
              <a:gd name="p0x9" fmla="*/ 30 w 2138"/>
              <a:gd name="p0y9" fmla="*/ 517 h 517"/>
              <a:gd name="p0x10" fmla="*/ 13 w 2138"/>
              <a:gd name="p0y10" fmla="*/ 517 h 517"/>
              <a:gd name="p0x11" fmla="*/ 0 w 2138"/>
              <a:gd name="p0y11" fmla="*/ 504 h 517"/>
              <a:gd name="p0x12" fmla="*/ 0 w 2138"/>
              <a:gd name="p0y12" fmla="*/ 487 h 517"/>
              <a:gd name="p0x13" fmla="*/ 0 w 2138"/>
              <a:gd name="p0y13" fmla="*/ 30 h 517"/>
              <a:gd name="p0x14" fmla="*/ 0 w 2138"/>
              <a:gd name="p0y14" fmla="*/ 13 h 517"/>
              <a:gd name="p0x15" fmla="*/ 13 w 2138"/>
              <a:gd name="p0y15" fmla="*/ 0 h 517"/>
              <a:gd name="p0x16" fmla="*/ 30 w 2138"/>
              <a:gd name="p0y16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7981055" y="5081588"/>
            <a:ext cx="139623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收集数据</a:t>
            </a:r>
            <a:endParaRPr lang="zh-CN" sz="15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084445" y="5457825"/>
            <a:ext cx="152400" cy="1524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5294185" y="5448300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覆盖率</a:t>
            </a:r>
            <a:endParaRPr sz="12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922645" y="5457825"/>
            <a:ext cx="152400" cy="1524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6132462" y="5448300"/>
            <a:ext cx="46047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PTG</a:t>
            </a:r>
            <a:endParaRPr sz="12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6611620" y="5457825"/>
            <a:ext cx="152400" cy="1524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6821539" y="544830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endParaRPr sz="12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575945" y="5890895"/>
            <a:ext cx="11039475" cy="581025"/>
          </a:xfrm>
          <a:custGeom>
            <a:avLst/>
            <a:gdLst>
              <a:gd name="sw" fmla="*/ 1 w 17385"/>
              <a:gd name="sh" fmla="*/ 1 h 915"/>
              <a:gd name="mins" fmla="min sw sh"/>
              <a:gd name="dsw" fmla="+- 0 sw mins"/>
              <a:gd name="dsh" fmla="+- 0 sh mins"/>
              <a:gd name="p0x0" fmla="*/ 150 w 17385"/>
              <a:gd name="p0y0" fmla="*/ 0 h 915"/>
              <a:gd name="p0x1" fmla="*/ 17235 w 17385"/>
              <a:gd name="p0y1" fmla="*/ 0 h 915"/>
              <a:gd name="p0x2" fmla="*/ 17317 w 17385"/>
              <a:gd name="p0y2" fmla="*/ 0 h 915"/>
              <a:gd name="p0x3" fmla="*/ 17385 w 17385"/>
              <a:gd name="p0y3" fmla="*/ 67 h 915"/>
              <a:gd name="p0x4" fmla="*/ 17385 w 17385"/>
              <a:gd name="p0y4" fmla="*/ 150 h 915"/>
              <a:gd name="p0x5" fmla="*/ 17385 w 17385"/>
              <a:gd name="p0y5" fmla="*/ 765 h 915"/>
              <a:gd name="p0x6" fmla="*/ 17385 w 17385"/>
              <a:gd name="p0y6" fmla="*/ 847 h 915"/>
              <a:gd name="p0x7" fmla="*/ 17317 w 17385"/>
              <a:gd name="p0y7" fmla="*/ 915 h 915"/>
              <a:gd name="p0x8" fmla="*/ 17235 w 17385"/>
              <a:gd name="p0y8" fmla="*/ 915 h 915"/>
              <a:gd name="p0x9" fmla="*/ 150 w 17385"/>
              <a:gd name="p0y9" fmla="*/ 915 h 915"/>
              <a:gd name="p0x10" fmla="*/ 67 w 17385"/>
              <a:gd name="p0y10" fmla="*/ 915 h 915"/>
              <a:gd name="p0x11" fmla="*/ 0 w 17385"/>
              <a:gd name="p0y11" fmla="*/ 847 h 915"/>
              <a:gd name="p0x12" fmla="*/ 0 w 17385"/>
              <a:gd name="p0y12" fmla="*/ 765 h 915"/>
              <a:gd name="p0x13" fmla="*/ 0 w 17385"/>
              <a:gd name="p0y13" fmla="*/ 150 h 915"/>
              <a:gd name="p0x14" fmla="*/ 0 w 17385"/>
              <a:gd name="p0y14" fmla="*/ 67 h 915"/>
              <a:gd name="p0x15" fmla="*/ 67 w 17385"/>
              <a:gd name="p0y15" fmla="*/ 0 h 915"/>
              <a:gd name="p0x16" fmla="*/ 150 w 17385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4DAB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7"/>
            </p:custDataLst>
          </p:nvPr>
        </p:nvSpPr>
        <p:spPr>
          <a:xfrm>
            <a:off x="771525" y="60102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8200" y="6071870"/>
            <a:ext cx="209550" cy="2146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1228725" y="6015038"/>
            <a:ext cx="8763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可扩展性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：具备多项基础动态分析能力，可供开发者复用，并可进一步定制以实现特定动态分析需求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模块的三大局限</a:t>
            </a:r>
            <a:endParaRPr lang="zh-CN"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310" y="1108710"/>
            <a:ext cx="3474085" cy="1049020"/>
          </a:xfrm>
          <a:custGeom>
            <a:avLst/>
            <a:gdLst>
              <a:gd name="sw" fmla="*/ 1 w 6052"/>
              <a:gd name="sh" fmla="*/ 1 h 1826"/>
              <a:gd name="mins" fmla="min sw sh"/>
              <a:gd name="dsw" fmla="+- 0 sw mins"/>
              <a:gd name="dsh" fmla="+- 0 sh mins"/>
              <a:gd name="p0x0" fmla="*/ 150 w 6052"/>
              <a:gd name="p0y0" fmla="*/ 0 h 1826"/>
              <a:gd name="p0x1" fmla="*/ 5902 w 6052"/>
              <a:gd name="p0y1" fmla="*/ 0 h 1826"/>
              <a:gd name="p0x2" fmla="*/ 5985 w 6052"/>
              <a:gd name="p0y2" fmla="*/ 0 h 1826"/>
              <a:gd name="p0x3" fmla="*/ 6052 w 6052"/>
              <a:gd name="p0y3" fmla="*/ 67 h 1826"/>
              <a:gd name="p0x4" fmla="*/ 6052 w 6052"/>
              <a:gd name="p0y4" fmla="*/ 150 h 1826"/>
              <a:gd name="p0x5" fmla="*/ 6052 w 6052"/>
              <a:gd name="p0y5" fmla="*/ 1676 h 1826"/>
              <a:gd name="p0x6" fmla="*/ 6052 w 6052"/>
              <a:gd name="p0y6" fmla="*/ 1759 h 1826"/>
              <a:gd name="p0x7" fmla="*/ 5985 w 6052"/>
              <a:gd name="p0y7" fmla="*/ 1826 h 1826"/>
              <a:gd name="p0x8" fmla="*/ 5902 w 6052"/>
              <a:gd name="p0y8" fmla="*/ 1826 h 1826"/>
              <a:gd name="p0x9" fmla="*/ 150 w 6052"/>
              <a:gd name="p0y9" fmla="*/ 1826 h 1826"/>
              <a:gd name="p0x10" fmla="*/ 67 w 6052"/>
              <a:gd name="p0y10" fmla="*/ 1826 h 1826"/>
              <a:gd name="p0x11" fmla="*/ 0 w 6052"/>
              <a:gd name="p0y11" fmla="*/ 1759 h 1826"/>
              <a:gd name="p0x12" fmla="*/ 0 w 6052"/>
              <a:gd name="p0y12" fmla="*/ 1676 h 1826"/>
              <a:gd name="p0x13" fmla="*/ 0 w 6052"/>
              <a:gd name="p0y13" fmla="*/ 150 h 1826"/>
              <a:gd name="p0x14" fmla="*/ 0 w 6052"/>
              <a:gd name="p0y14" fmla="*/ 67 h 1826"/>
              <a:gd name="p0x15" fmla="*/ 67 w 6052"/>
              <a:gd name="p0y15" fmla="*/ 0 h 1826"/>
              <a:gd name="p0x16" fmla="*/ 150 w 6052"/>
              <a:gd name="p0y16" fmla="*/ 0 h 18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E9EA"/>
          </a:solidFill>
          <a:ln w="8609" cmpd="sng">
            <a:solidFill>
              <a:srgbClr val="DC4F55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52475" y="1443355"/>
            <a:ext cx="378460" cy="37909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7536" r="-2000" b="-7536"/>
          <a:stretch>
            <a:fillRect/>
          </a:stretch>
        </p:blipFill>
        <p:spPr>
          <a:xfrm>
            <a:off x="829945" y="1517015"/>
            <a:ext cx="223520" cy="22796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34440" y="1317625"/>
            <a:ext cx="2639060" cy="631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895" b="1">
                <a:solidFill>
                  <a:srgbClr val="6B2228"/>
                </a:solidFill>
                <a:latin typeface="微软雅黑" panose="020B0503020204020204" charset="-122"/>
                <a:ea typeface="微软雅黑" panose="020B0503020204020204" charset="-122"/>
              </a:rPr>
              <a:t>问题一：组件无差别对待</a:t>
            </a:r>
            <a:endParaRPr sz="1895" b="1">
              <a:solidFill>
                <a:srgbClr val="6B22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575310" y="2183130"/>
            <a:ext cx="3474085" cy="1049020"/>
          </a:xfrm>
          <a:custGeom>
            <a:avLst/>
            <a:gdLst>
              <a:gd name="sw" fmla="*/ 1 w 6052"/>
              <a:gd name="sh" fmla="*/ 1 h 1826"/>
              <a:gd name="mins" fmla="min sw sh"/>
              <a:gd name="dsw" fmla="+- 0 sw mins"/>
              <a:gd name="dsh" fmla="+- 0 sh mins"/>
              <a:gd name="p0x0" fmla="*/ 150 w 6052"/>
              <a:gd name="p0y0" fmla="*/ 0 h 1826"/>
              <a:gd name="p0x1" fmla="*/ 5902 w 6052"/>
              <a:gd name="p0y1" fmla="*/ 0 h 1826"/>
              <a:gd name="p0x2" fmla="*/ 5985 w 6052"/>
              <a:gd name="p0y2" fmla="*/ 0 h 1826"/>
              <a:gd name="p0x3" fmla="*/ 6052 w 6052"/>
              <a:gd name="p0y3" fmla="*/ 67 h 1826"/>
              <a:gd name="p0x4" fmla="*/ 6052 w 6052"/>
              <a:gd name="p0y4" fmla="*/ 150 h 1826"/>
              <a:gd name="p0x5" fmla="*/ 6052 w 6052"/>
              <a:gd name="p0y5" fmla="*/ 1676 h 1826"/>
              <a:gd name="p0x6" fmla="*/ 6052 w 6052"/>
              <a:gd name="p0y6" fmla="*/ 1759 h 1826"/>
              <a:gd name="p0x7" fmla="*/ 5985 w 6052"/>
              <a:gd name="p0y7" fmla="*/ 1826 h 1826"/>
              <a:gd name="p0x8" fmla="*/ 5902 w 6052"/>
              <a:gd name="p0y8" fmla="*/ 1826 h 1826"/>
              <a:gd name="p0x9" fmla="*/ 150 w 6052"/>
              <a:gd name="p0y9" fmla="*/ 1826 h 1826"/>
              <a:gd name="p0x10" fmla="*/ 67 w 6052"/>
              <a:gd name="p0y10" fmla="*/ 1826 h 1826"/>
              <a:gd name="p0x11" fmla="*/ 0 w 6052"/>
              <a:gd name="p0y11" fmla="*/ 1759 h 1826"/>
              <a:gd name="p0x12" fmla="*/ 0 w 6052"/>
              <a:gd name="p0y12" fmla="*/ 1676 h 1826"/>
              <a:gd name="p0x13" fmla="*/ 0 w 6052"/>
              <a:gd name="p0y13" fmla="*/ 150 h 1826"/>
              <a:gd name="p0x14" fmla="*/ 0 w 6052"/>
              <a:gd name="p0y14" fmla="*/ 67 h 1826"/>
              <a:gd name="p0x15" fmla="*/ 67 w 6052"/>
              <a:gd name="p0y15" fmla="*/ 0 h 1826"/>
              <a:gd name="p0x16" fmla="*/ 150 w 6052"/>
              <a:gd name="p0y16" fmla="*/ 0 h 18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8609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752475" y="2552065"/>
            <a:ext cx="309880" cy="31051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12800" y="2608580"/>
            <a:ext cx="189230" cy="19367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1165225" y="2557145"/>
            <a:ext cx="265366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</a:t>
            </a:r>
            <a:r>
              <a:rPr lang="en-US" altLang="zh-CN"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对所有</a:t>
            </a:r>
            <a:r>
              <a:rPr lang="en-US" altLang="zh-CN"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r>
              <a:rPr sz="135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一视同仁</a:t>
            </a:r>
            <a:endParaRPr sz="135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575310" y="3257550"/>
            <a:ext cx="3474085" cy="1049020"/>
          </a:xfrm>
          <a:custGeom>
            <a:avLst/>
            <a:gdLst>
              <a:gd name="sw" fmla="*/ 1 w 6052"/>
              <a:gd name="sh" fmla="*/ 1 h 1826"/>
              <a:gd name="mins" fmla="min sw sh"/>
              <a:gd name="dsw" fmla="+- 0 sw mins"/>
              <a:gd name="dsh" fmla="+- 0 sh mins"/>
              <a:gd name="p0x0" fmla="*/ 150 w 6052"/>
              <a:gd name="p0y0" fmla="*/ 0 h 1826"/>
              <a:gd name="p0x1" fmla="*/ 5902 w 6052"/>
              <a:gd name="p0y1" fmla="*/ 0 h 1826"/>
              <a:gd name="p0x2" fmla="*/ 5985 w 6052"/>
              <a:gd name="p0y2" fmla="*/ 0 h 1826"/>
              <a:gd name="p0x3" fmla="*/ 6052 w 6052"/>
              <a:gd name="p0y3" fmla="*/ 67 h 1826"/>
              <a:gd name="p0x4" fmla="*/ 6052 w 6052"/>
              <a:gd name="p0y4" fmla="*/ 150 h 1826"/>
              <a:gd name="p0x5" fmla="*/ 6052 w 6052"/>
              <a:gd name="p0y5" fmla="*/ 1676 h 1826"/>
              <a:gd name="p0x6" fmla="*/ 6052 w 6052"/>
              <a:gd name="p0y6" fmla="*/ 1759 h 1826"/>
              <a:gd name="p0x7" fmla="*/ 5985 w 6052"/>
              <a:gd name="p0y7" fmla="*/ 1826 h 1826"/>
              <a:gd name="p0x8" fmla="*/ 5902 w 6052"/>
              <a:gd name="p0y8" fmla="*/ 1826 h 1826"/>
              <a:gd name="p0x9" fmla="*/ 150 w 6052"/>
              <a:gd name="p0y9" fmla="*/ 1826 h 1826"/>
              <a:gd name="p0x10" fmla="*/ 67 w 6052"/>
              <a:gd name="p0y10" fmla="*/ 1826 h 1826"/>
              <a:gd name="p0x11" fmla="*/ 0 w 6052"/>
              <a:gd name="p0y11" fmla="*/ 1759 h 1826"/>
              <a:gd name="p0x12" fmla="*/ 0 w 6052"/>
              <a:gd name="p0y12" fmla="*/ 1676 h 1826"/>
              <a:gd name="p0x13" fmla="*/ 0 w 6052"/>
              <a:gd name="p0y13" fmla="*/ 150 h 1826"/>
              <a:gd name="p0x14" fmla="*/ 0 w 6052"/>
              <a:gd name="p0y14" fmla="*/ 67 h 1826"/>
              <a:gd name="p0x15" fmla="*/ 67 w 6052"/>
              <a:gd name="p0y15" fmla="*/ 0 h 1826"/>
              <a:gd name="p0x16" fmla="*/ 150 w 6052"/>
              <a:gd name="p0y16" fmla="*/ 0 h 18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8609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5"/>
            </p:custDataLst>
          </p:nvPr>
        </p:nvSpPr>
        <p:spPr>
          <a:xfrm>
            <a:off x="752475" y="3626485"/>
            <a:ext cx="309880" cy="31051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4259" t="-90417" r="-4259" b="-90417"/>
          <a:stretch>
            <a:fillRect/>
          </a:stretch>
        </p:blipFill>
        <p:spPr>
          <a:xfrm>
            <a:off x="822960" y="3683000"/>
            <a:ext cx="168275" cy="19367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1165225" y="3493770"/>
            <a:ext cx="2583180" cy="5727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登录按钮、支付按钮与返回按钮、帮助按钮具有</a:t>
            </a:r>
            <a:r>
              <a:rPr sz="135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相同被选中概率</a:t>
            </a:r>
            <a:endParaRPr sz="135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575310" y="4331970"/>
            <a:ext cx="3474085" cy="1049020"/>
          </a:xfrm>
          <a:custGeom>
            <a:avLst/>
            <a:gdLst>
              <a:gd name="sw" fmla="*/ 1 w 6052"/>
              <a:gd name="sh" fmla="*/ 1 h 1826"/>
              <a:gd name="mins" fmla="min sw sh"/>
              <a:gd name="dsw" fmla="+- 0 sw mins"/>
              <a:gd name="dsh" fmla="+- 0 sh mins"/>
              <a:gd name="p0x0" fmla="*/ 150 w 6052"/>
              <a:gd name="p0y0" fmla="*/ 0 h 1826"/>
              <a:gd name="p0x1" fmla="*/ 5902 w 6052"/>
              <a:gd name="p0y1" fmla="*/ 0 h 1826"/>
              <a:gd name="p0x2" fmla="*/ 5985 w 6052"/>
              <a:gd name="p0y2" fmla="*/ 0 h 1826"/>
              <a:gd name="p0x3" fmla="*/ 6052 w 6052"/>
              <a:gd name="p0y3" fmla="*/ 67 h 1826"/>
              <a:gd name="p0x4" fmla="*/ 6052 w 6052"/>
              <a:gd name="p0y4" fmla="*/ 150 h 1826"/>
              <a:gd name="p0x5" fmla="*/ 6052 w 6052"/>
              <a:gd name="p0y5" fmla="*/ 1676 h 1826"/>
              <a:gd name="p0x6" fmla="*/ 6052 w 6052"/>
              <a:gd name="p0y6" fmla="*/ 1759 h 1826"/>
              <a:gd name="p0x7" fmla="*/ 5985 w 6052"/>
              <a:gd name="p0y7" fmla="*/ 1826 h 1826"/>
              <a:gd name="p0x8" fmla="*/ 5902 w 6052"/>
              <a:gd name="p0y8" fmla="*/ 1826 h 1826"/>
              <a:gd name="p0x9" fmla="*/ 150 w 6052"/>
              <a:gd name="p0y9" fmla="*/ 1826 h 1826"/>
              <a:gd name="p0x10" fmla="*/ 67 w 6052"/>
              <a:gd name="p0y10" fmla="*/ 1826 h 1826"/>
              <a:gd name="p0x11" fmla="*/ 0 w 6052"/>
              <a:gd name="p0y11" fmla="*/ 1759 h 1826"/>
              <a:gd name="p0x12" fmla="*/ 0 w 6052"/>
              <a:gd name="p0y12" fmla="*/ 1676 h 1826"/>
              <a:gd name="p0x13" fmla="*/ 0 w 6052"/>
              <a:gd name="p0y13" fmla="*/ 150 h 1826"/>
              <a:gd name="p0x14" fmla="*/ 0 w 6052"/>
              <a:gd name="p0y14" fmla="*/ 67 h 1826"/>
              <a:gd name="p0x15" fmla="*/ 67 w 6052"/>
              <a:gd name="p0y15" fmla="*/ 0 h 1826"/>
              <a:gd name="p0x16" fmla="*/ 150 w 6052"/>
              <a:gd name="p0y16" fmla="*/ 0 h 18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8609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1"/>
            </p:custDataLst>
          </p:nvPr>
        </p:nvSpPr>
        <p:spPr>
          <a:xfrm>
            <a:off x="752475" y="4700905"/>
            <a:ext cx="309880" cy="31051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836295" y="4757420"/>
            <a:ext cx="141605" cy="19367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1165225" y="4568190"/>
            <a:ext cx="2708275" cy="5727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大量测试事件耗费在</a:t>
            </a:r>
            <a:r>
              <a:rPr sz="135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低价值、低风险</a:t>
            </a:r>
            <a:r>
              <a:rPr lang="zh-CN"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355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路径上</a:t>
            </a:r>
            <a:endParaRPr lang="zh-CN" altLang="en-US" sz="1355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580390" y="5410835"/>
            <a:ext cx="3464560" cy="1057275"/>
          </a:xfrm>
          <a:custGeom>
            <a:avLst/>
            <a:gdLst>
              <a:gd name="sw" fmla="*/ 1 w 6037"/>
              <a:gd name="sh" fmla="*/ 1 h 1841"/>
              <a:gd name="mins" fmla="min sw sh"/>
              <a:gd name="dsw" fmla="+- 0 sw mins"/>
              <a:gd name="dsh" fmla="+- 0 sh mins"/>
              <a:gd name="p0x0" fmla="*/ 150 w 6037"/>
              <a:gd name="p0y0" fmla="*/ 0 h 1841"/>
              <a:gd name="p0x1" fmla="*/ 5887 w 6037"/>
              <a:gd name="p0y1" fmla="*/ 0 h 1841"/>
              <a:gd name="p0x2" fmla="*/ 5970 w 6037"/>
              <a:gd name="p0y2" fmla="*/ 0 h 1841"/>
              <a:gd name="p0x3" fmla="*/ 6037 w 6037"/>
              <a:gd name="p0y3" fmla="*/ 67 h 1841"/>
              <a:gd name="p0x4" fmla="*/ 6037 w 6037"/>
              <a:gd name="p0y4" fmla="*/ 150 h 1841"/>
              <a:gd name="p0x5" fmla="*/ 6037 w 6037"/>
              <a:gd name="p0y5" fmla="*/ 1691 h 1841"/>
              <a:gd name="p0x6" fmla="*/ 6037 w 6037"/>
              <a:gd name="p0y6" fmla="*/ 1774 h 1841"/>
              <a:gd name="p0x7" fmla="*/ 5970 w 6037"/>
              <a:gd name="p0y7" fmla="*/ 1841 h 1841"/>
              <a:gd name="p0x8" fmla="*/ 5887 w 6037"/>
              <a:gd name="p0y8" fmla="*/ 1841 h 1841"/>
              <a:gd name="p0x9" fmla="*/ 150 w 6037"/>
              <a:gd name="p0y9" fmla="*/ 1841 h 1841"/>
              <a:gd name="p0x10" fmla="*/ 67 w 6037"/>
              <a:gd name="p0y10" fmla="*/ 1841 h 1841"/>
              <a:gd name="p0x11" fmla="*/ 0 w 6037"/>
              <a:gd name="p0y11" fmla="*/ 1774 h 1841"/>
              <a:gd name="p0x12" fmla="*/ 0 w 6037"/>
              <a:gd name="p0y12" fmla="*/ 1691 h 1841"/>
              <a:gd name="p0x13" fmla="*/ 0 w 6037"/>
              <a:gd name="p0y13" fmla="*/ 150 h 1841"/>
              <a:gd name="p0x14" fmla="*/ 0 w 6037"/>
              <a:gd name="p0y14" fmla="*/ 67 h 1841"/>
              <a:gd name="p0x15" fmla="*/ 67 w 6037"/>
              <a:gd name="p0y15" fmla="*/ 0 h 1841"/>
              <a:gd name="p0x16" fmla="*/ 150 w 6037"/>
              <a:gd name="p0y16" fmla="*/ 0 h 18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17218" cmpd="sng">
            <a:solidFill>
              <a:srgbClr val="DC4F55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7"/>
            </p:custDataLst>
          </p:nvPr>
        </p:nvSpPr>
        <p:spPr>
          <a:xfrm>
            <a:off x="760730" y="5543550"/>
            <a:ext cx="309880" cy="30988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083" t="-3492" r="-2083" b="-3492"/>
          <a:stretch>
            <a:fillRect/>
          </a:stretch>
        </p:blipFill>
        <p:spPr>
          <a:xfrm>
            <a:off x="807720" y="5600065"/>
            <a:ext cx="215265" cy="19367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1"/>
            </p:custDataLst>
          </p:nvPr>
        </p:nvSpPr>
        <p:spPr>
          <a:xfrm>
            <a:off x="1174115" y="5548630"/>
            <a:ext cx="241046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高风险路径未能得到充分探索</a:t>
            </a:r>
            <a:endParaRPr sz="135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32"/>
            </p:custDataLst>
          </p:nvPr>
        </p:nvSpPr>
        <p:spPr>
          <a:xfrm>
            <a:off x="1174115" y="5930265"/>
            <a:ext cx="2690495" cy="516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2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支付流程、权限申请等关键场景覆盖不足</a:t>
            </a:r>
            <a:endParaRPr sz="122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3"/>
            </p:custDataLst>
          </p:nvPr>
        </p:nvSpPr>
        <p:spPr>
          <a:xfrm>
            <a:off x="4306570" y="1109345"/>
            <a:ext cx="3472815" cy="1243330"/>
          </a:xfrm>
          <a:custGeom>
            <a:avLst/>
            <a:gdLst>
              <a:gd name="sw" fmla="*/ 1 w 5469"/>
              <a:gd name="sh" fmla="*/ 1 h 1957"/>
              <a:gd name="mins" fmla="min sw sh"/>
              <a:gd name="dsw" fmla="+- 0 sw mins"/>
              <a:gd name="dsh" fmla="+- 0 sh mins"/>
              <a:gd name="p0x0" fmla="*/ 150 w 5469"/>
              <a:gd name="p0y0" fmla="*/ 0 h 1957"/>
              <a:gd name="p0x1" fmla="*/ 5319 w 5469"/>
              <a:gd name="p0y1" fmla="*/ 0 h 1957"/>
              <a:gd name="p0x2" fmla="*/ 5402 w 5469"/>
              <a:gd name="p0y2" fmla="*/ 0 h 1957"/>
              <a:gd name="p0x3" fmla="*/ 5469 w 5469"/>
              <a:gd name="p0y3" fmla="*/ 67 h 1957"/>
              <a:gd name="p0x4" fmla="*/ 5469 w 5469"/>
              <a:gd name="p0y4" fmla="*/ 150 h 1957"/>
              <a:gd name="p0x5" fmla="*/ 5469 w 5469"/>
              <a:gd name="p0y5" fmla="*/ 1807 h 1957"/>
              <a:gd name="p0x6" fmla="*/ 5469 w 5469"/>
              <a:gd name="p0y6" fmla="*/ 1890 h 1957"/>
              <a:gd name="p0x7" fmla="*/ 5402 w 5469"/>
              <a:gd name="p0y7" fmla="*/ 1957 h 1957"/>
              <a:gd name="p0x8" fmla="*/ 5319 w 5469"/>
              <a:gd name="p0y8" fmla="*/ 1957 h 1957"/>
              <a:gd name="p0x9" fmla="*/ 150 w 5469"/>
              <a:gd name="p0y9" fmla="*/ 1957 h 1957"/>
              <a:gd name="p0x10" fmla="*/ 67 w 5469"/>
              <a:gd name="p0y10" fmla="*/ 1957 h 1957"/>
              <a:gd name="p0x11" fmla="*/ 0 w 5469"/>
              <a:gd name="p0y11" fmla="*/ 1890 h 1957"/>
              <a:gd name="p0x12" fmla="*/ 0 w 5469"/>
              <a:gd name="p0y12" fmla="*/ 1807 h 1957"/>
              <a:gd name="p0x13" fmla="*/ 0 w 5469"/>
              <a:gd name="p0y13" fmla="*/ 150 h 1957"/>
              <a:gd name="p0x14" fmla="*/ 0 w 5469"/>
              <a:gd name="p0y14" fmla="*/ 67 h 1957"/>
              <a:gd name="p0x15" fmla="*/ 67 w 5469"/>
              <a:gd name="p0y15" fmla="*/ 0 h 1957"/>
              <a:gd name="p0x16" fmla="*/ 150 w 5469"/>
              <a:gd name="p0y16" fmla="*/ 0 h 19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F3DE"/>
          </a:solidFill>
          <a:ln w="9525" cmpd="sng">
            <a:solidFill>
              <a:srgbClr val="D8922F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4"/>
            </p:custDataLst>
          </p:nvPr>
        </p:nvSpPr>
        <p:spPr>
          <a:xfrm>
            <a:off x="4501515" y="152146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587240" y="1602105"/>
            <a:ext cx="247650" cy="2527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8"/>
            </p:custDataLst>
          </p:nvPr>
        </p:nvSpPr>
        <p:spPr>
          <a:xfrm>
            <a:off x="5035305" y="1381601"/>
            <a:ext cx="2549281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5C4010"/>
                </a:solidFill>
                <a:latin typeface="微软雅黑" panose="020B0503020204020204" charset="-122"/>
                <a:ea typeface="微软雅黑" panose="020B0503020204020204" charset="-122"/>
              </a:rPr>
              <a:t>问题二：缺乏反馈机制</a:t>
            </a:r>
            <a:endParaRPr sz="2100" b="1">
              <a:solidFill>
                <a:srgbClr val="5C401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9"/>
            </p:custDataLst>
          </p:nvPr>
        </p:nvSpPr>
        <p:spPr>
          <a:xfrm>
            <a:off x="4306570" y="2476500"/>
            <a:ext cx="3472815" cy="1242695"/>
          </a:xfrm>
          <a:custGeom>
            <a:avLst/>
            <a:gdLst>
              <a:gd name="sw" fmla="*/ 1 w 5469"/>
              <a:gd name="sh" fmla="*/ 1 h 1957"/>
              <a:gd name="mins" fmla="min sw sh"/>
              <a:gd name="dsw" fmla="+- 0 sw mins"/>
              <a:gd name="dsh" fmla="+- 0 sh mins"/>
              <a:gd name="p0x0" fmla="*/ 150 w 5469"/>
              <a:gd name="p0y0" fmla="*/ 0 h 1957"/>
              <a:gd name="p0x1" fmla="*/ 5319 w 5469"/>
              <a:gd name="p0y1" fmla="*/ 0 h 1957"/>
              <a:gd name="p0x2" fmla="*/ 5402 w 5469"/>
              <a:gd name="p0y2" fmla="*/ 0 h 1957"/>
              <a:gd name="p0x3" fmla="*/ 5469 w 5469"/>
              <a:gd name="p0y3" fmla="*/ 67 h 1957"/>
              <a:gd name="p0x4" fmla="*/ 5469 w 5469"/>
              <a:gd name="p0y4" fmla="*/ 150 h 1957"/>
              <a:gd name="p0x5" fmla="*/ 5469 w 5469"/>
              <a:gd name="p0y5" fmla="*/ 1807 h 1957"/>
              <a:gd name="p0x6" fmla="*/ 5469 w 5469"/>
              <a:gd name="p0y6" fmla="*/ 1890 h 1957"/>
              <a:gd name="p0x7" fmla="*/ 5402 w 5469"/>
              <a:gd name="p0y7" fmla="*/ 1957 h 1957"/>
              <a:gd name="p0x8" fmla="*/ 5319 w 5469"/>
              <a:gd name="p0y8" fmla="*/ 1957 h 1957"/>
              <a:gd name="p0x9" fmla="*/ 150 w 5469"/>
              <a:gd name="p0y9" fmla="*/ 1957 h 1957"/>
              <a:gd name="p0x10" fmla="*/ 67 w 5469"/>
              <a:gd name="p0y10" fmla="*/ 1957 h 1957"/>
              <a:gd name="p0x11" fmla="*/ 0 w 5469"/>
              <a:gd name="p0y11" fmla="*/ 1890 h 1957"/>
              <a:gd name="p0x12" fmla="*/ 0 w 5469"/>
              <a:gd name="p0y12" fmla="*/ 1807 h 1957"/>
              <a:gd name="p0x13" fmla="*/ 0 w 5469"/>
              <a:gd name="p0y13" fmla="*/ 150 h 1957"/>
              <a:gd name="p0x14" fmla="*/ 0 w 5469"/>
              <a:gd name="p0y14" fmla="*/ 67 h 1957"/>
              <a:gd name="p0x15" fmla="*/ 67 w 5469"/>
              <a:gd name="p0y15" fmla="*/ 0 h 1957"/>
              <a:gd name="p0x16" fmla="*/ 150 w 5469"/>
              <a:gd name="p0y16" fmla="*/ 0 h 19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40"/>
            </p:custDataLst>
          </p:nvPr>
        </p:nvSpPr>
        <p:spPr>
          <a:xfrm>
            <a:off x="4501515" y="26346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7255" t="-12407" r="-7255" b="-12407"/>
          <a:stretch>
            <a:fillRect/>
          </a:stretch>
        </p:blipFill>
        <p:spPr>
          <a:xfrm>
            <a:off x="4580255" y="2696845"/>
            <a:ext cx="185420" cy="21399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4"/>
            </p:custDataLst>
          </p:nvPr>
        </p:nvSpPr>
        <p:spPr>
          <a:xfrm>
            <a:off x="4959105" y="2639768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策略在</a:t>
            </a: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测试启动时选定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45"/>
            </p:custDataLst>
          </p:nvPr>
        </p:nvSpPr>
        <p:spPr>
          <a:xfrm>
            <a:off x="4959105" y="3078223"/>
            <a:ext cx="262548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执行过程中与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的实时数据交互有限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6"/>
            </p:custDataLst>
          </p:nvPr>
        </p:nvSpPr>
        <p:spPr>
          <a:xfrm>
            <a:off x="4306570" y="3843020"/>
            <a:ext cx="3472815" cy="1243330"/>
          </a:xfrm>
          <a:custGeom>
            <a:avLst/>
            <a:gdLst>
              <a:gd name="sw" fmla="*/ 1 w 5469"/>
              <a:gd name="sh" fmla="*/ 1 h 1957"/>
              <a:gd name="mins" fmla="min sw sh"/>
              <a:gd name="dsw" fmla="+- 0 sw mins"/>
              <a:gd name="dsh" fmla="+- 0 sh mins"/>
              <a:gd name="p0x0" fmla="*/ 150 w 5469"/>
              <a:gd name="p0y0" fmla="*/ 0 h 1957"/>
              <a:gd name="p0x1" fmla="*/ 5319 w 5469"/>
              <a:gd name="p0y1" fmla="*/ 0 h 1957"/>
              <a:gd name="p0x2" fmla="*/ 5402 w 5469"/>
              <a:gd name="p0y2" fmla="*/ 0 h 1957"/>
              <a:gd name="p0x3" fmla="*/ 5469 w 5469"/>
              <a:gd name="p0y3" fmla="*/ 67 h 1957"/>
              <a:gd name="p0x4" fmla="*/ 5469 w 5469"/>
              <a:gd name="p0y4" fmla="*/ 150 h 1957"/>
              <a:gd name="p0x5" fmla="*/ 5469 w 5469"/>
              <a:gd name="p0y5" fmla="*/ 1807 h 1957"/>
              <a:gd name="p0x6" fmla="*/ 5469 w 5469"/>
              <a:gd name="p0y6" fmla="*/ 1890 h 1957"/>
              <a:gd name="p0x7" fmla="*/ 5402 w 5469"/>
              <a:gd name="p0y7" fmla="*/ 1957 h 1957"/>
              <a:gd name="p0x8" fmla="*/ 5319 w 5469"/>
              <a:gd name="p0y8" fmla="*/ 1957 h 1957"/>
              <a:gd name="p0x9" fmla="*/ 150 w 5469"/>
              <a:gd name="p0y9" fmla="*/ 1957 h 1957"/>
              <a:gd name="p0x10" fmla="*/ 67 w 5469"/>
              <a:gd name="p0y10" fmla="*/ 1957 h 1957"/>
              <a:gd name="p0x11" fmla="*/ 0 w 5469"/>
              <a:gd name="p0y11" fmla="*/ 1890 h 1957"/>
              <a:gd name="p0x12" fmla="*/ 0 w 5469"/>
              <a:gd name="p0y12" fmla="*/ 1807 h 1957"/>
              <a:gd name="p0x13" fmla="*/ 0 w 5469"/>
              <a:gd name="p0y13" fmla="*/ 150 h 1957"/>
              <a:gd name="p0x14" fmla="*/ 0 w 5469"/>
              <a:gd name="p0y14" fmla="*/ 67 h 1957"/>
              <a:gd name="p0x15" fmla="*/ 67 w 5469"/>
              <a:gd name="p0y15" fmla="*/ 0 h 1957"/>
              <a:gd name="p0x16" fmla="*/ 150 w 5469"/>
              <a:gd name="p0y16" fmla="*/ 0 h 19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47"/>
            </p:custDataLst>
          </p:nvPr>
        </p:nvSpPr>
        <p:spPr>
          <a:xfrm>
            <a:off x="4501515" y="42932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4568190" y="4354830"/>
            <a:ext cx="209550" cy="21463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1"/>
            </p:custDataLst>
          </p:nvPr>
        </p:nvSpPr>
        <p:spPr>
          <a:xfrm>
            <a:off x="4959105" y="4145756"/>
            <a:ext cx="262548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无法根据覆盖率信息</a:t>
            </a: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动态调整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后续事件生成方向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52"/>
            </p:custDataLst>
          </p:nvPr>
        </p:nvSpPr>
        <p:spPr>
          <a:xfrm>
            <a:off x="4311015" y="5214620"/>
            <a:ext cx="3463925" cy="1252855"/>
          </a:xfrm>
          <a:custGeom>
            <a:avLst/>
            <a:gdLst>
              <a:gd name="sw" fmla="*/ 1 w 5454"/>
              <a:gd name="sh" fmla="*/ 1 h 1972"/>
              <a:gd name="mins" fmla="min sw sh"/>
              <a:gd name="dsw" fmla="+- 0 sw mins"/>
              <a:gd name="dsh" fmla="+- 0 sh mins"/>
              <a:gd name="p0x0" fmla="*/ 150 w 5454"/>
              <a:gd name="p0y0" fmla="*/ 0 h 1972"/>
              <a:gd name="p0x1" fmla="*/ 5304 w 5454"/>
              <a:gd name="p0y1" fmla="*/ 0 h 1972"/>
              <a:gd name="p0x2" fmla="*/ 5387 w 5454"/>
              <a:gd name="p0y2" fmla="*/ 0 h 1972"/>
              <a:gd name="p0x3" fmla="*/ 5454 w 5454"/>
              <a:gd name="p0y3" fmla="*/ 67 h 1972"/>
              <a:gd name="p0x4" fmla="*/ 5454 w 5454"/>
              <a:gd name="p0y4" fmla="*/ 150 h 1972"/>
              <a:gd name="p0x5" fmla="*/ 5454 w 5454"/>
              <a:gd name="p0y5" fmla="*/ 1822 h 1972"/>
              <a:gd name="p0x6" fmla="*/ 5454 w 5454"/>
              <a:gd name="p0y6" fmla="*/ 1905 h 1972"/>
              <a:gd name="p0x7" fmla="*/ 5387 w 5454"/>
              <a:gd name="p0y7" fmla="*/ 1972 h 1972"/>
              <a:gd name="p0x8" fmla="*/ 5304 w 5454"/>
              <a:gd name="p0y8" fmla="*/ 1972 h 1972"/>
              <a:gd name="p0x9" fmla="*/ 150 w 5454"/>
              <a:gd name="p0y9" fmla="*/ 1972 h 1972"/>
              <a:gd name="p0x10" fmla="*/ 67 w 5454"/>
              <a:gd name="p0y10" fmla="*/ 1972 h 1972"/>
              <a:gd name="p0x11" fmla="*/ 0 w 5454"/>
              <a:gd name="p0y11" fmla="*/ 1905 h 1972"/>
              <a:gd name="p0x12" fmla="*/ 0 w 5454"/>
              <a:gd name="p0y12" fmla="*/ 1822 h 1972"/>
              <a:gd name="p0x13" fmla="*/ 0 w 5454"/>
              <a:gd name="p0y13" fmla="*/ 150 h 1972"/>
              <a:gd name="p0x14" fmla="*/ 0 w 5454"/>
              <a:gd name="p0y14" fmla="*/ 67 h 1972"/>
              <a:gd name="p0x15" fmla="*/ 67 w 5454"/>
              <a:gd name="p0y15" fmla="*/ 0 h 1972"/>
              <a:gd name="p0x16" fmla="*/ 150 w 5454"/>
              <a:gd name="p0y16" fmla="*/ 0 h 19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19050" cmpd="sng">
            <a:solidFill>
              <a:srgbClr val="D8922F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53"/>
            </p:custDataLst>
          </p:nvPr>
        </p:nvSpPr>
        <p:spPr>
          <a:xfrm>
            <a:off x="4511040" y="54559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4074" t="-3492" r="-4074" b="-3492"/>
          <a:stretch>
            <a:fillRect/>
          </a:stretch>
        </p:blipFill>
        <p:spPr>
          <a:xfrm>
            <a:off x="4589780" y="5518150"/>
            <a:ext cx="185420" cy="213995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7"/>
            </p:custDataLst>
          </p:nvPr>
        </p:nvSpPr>
        <p:spPr>
          <a:xfrm>
            <a:off x="4968630" y="5461178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重复执行在已覆盖路径上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8"/>
            </p:custDataLst>
          </p:nvPr>
        </p:nvSpPr>
        <p:spPr>
          <a:xfrm>
            <a:off x="4968630" y="5936475"/>
            <a:ext cx="27432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测试后期大量事件浪费在重复探索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9"/>
            </p:custDataLst>
          </p:nvPr>
        </p:nvSpPr>
        <p:spPr>
          <a:xfrm>
            <a:off x="8036560" y="1109345"/>
            <a:ext cx="3578860" cy="1243330"/>
          </a:xfrm>
          <a:custGeom>
            <a:avLst/>
            <a:gdLst>
              <a:gd name="sw" fmla="*/ 1 w 5635"/>
              <a:gd name="sh" fmla="*/ 1 h 1957"/>
              <a:gd name="mins" fmla="min sw sh"/>
              <a:gd name="dsw" fmla="+- 0 sw mins"/>
              <a:gd name="dsh" fmla="+- 0 sh mins"/>
              <a:gd name="p0x0" fmla="*/ 150 w 5635"/>
              <a:gd name="p0y0" fmla="*/ 0 h 1957"/>
              <a:gd name="p0x1" fmla="*/ 5485 w 5635"/>
              <a:gd name="p0y1" fmla="*/ 0 h 1957"/>
              <a:gd name="p0x2" fmla="*/ 5568 w 5635"/>
              <a:gd name="p0y2" fmla="*/ 0 h 1957"/>
              <a:gd name="p0x3" fmla="*/ 5635 w 5635"/>
              <a:gd name="p0y3" fmla="*/ 67 h 1957"/>
              <a:gd name="p0x4" fmla="*/ 5635 w 5635"/>
              <a:gd name="p0y4" fmla="*/ 150 h 1957"/>
              <a:gd name="p0x5" fmla="*/ 5635 w 5635"/>
              <a:gd name="p0y5" fmla="*/ 1807 h 1957"/>
              <a:gd name="p0x6" fmla="*/ 5635 w 5635"/>
              <a:gd name="p0y6" fmla="*/ 1890 h 1957"/>
              <a:gd name="p0x7" fmla="*/ 5568 w 5635"/>
              <a:gd name="p0y7" fmla="*/ 1957 h 1957"/>
              <a:gd name="p0x8" fmla="*/ 5485 w 5635"/>
              <a:gd name="p0y8" fmla="*/ 1957 h 1957"/>
              <a:gd name="p0x9" fmla="*/ 150 w 5635"/>
              <a:gd name="p0y9" fmla="*/ 1957 h 1957"/>
              <a:gd name="p0x10" fmla="*/ 67 w 5635"/>
              <a:gd name="p0y10" fmla="*/ 1957 h 1957"/>
              <a:gd name="p0x11" fmla="*/ 0 w 5635"/>
              <a:gd name="p0y11" fmla="*/ 1890 h 1957"/>
              <a:gd name="p0x12" fmla="*/ 0 w 5635"/>
              <a:gd name="p0y12" fmla="*/ 1807 h 1957"/>
              <a:gd name="p0x13" fmla="*/ 0 w 5635"/>
              <a:gd name="p0y13" fmla="*/ 150 h 1957"/>
              <a:gd name="p0x14" fmla="*/ 0 w 5635"/>
              <a:gd name="p0y14" fmla="*/ 67 h 1957"/>
              <a:gd name="p0x15" fmla="*/ 67 w 5635"/>
              <a:gd name="p0y15" fmla="*/ 0 h 1957"/>
              <a:gd name="p0x16" fmla="*/ 150 w 5635"/>
              <a:gd name="p0y16" fmla="*/ 0 h 19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 w="9525" cmpd="sng">
            <a:solidFill>
              <a:srgbClr val="397AF3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60"/>
            </p:custDataLst>
          </p:nvPr>
        </p:nvSpPr>
        <p:spPr>
          <a:xfrm>
            <a:off x="8232140" y="152146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8348345" y="1602105"/>
            <a:ext cx="186055" cy="25273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4"/>
            </p:custDataLst>
          </p:nvPr>
        </p:nvSpPr>
        <p:spPr>
          <a:xfrm>
            <a:off x="8765677" y="1548289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问题三：策略固定</a:t>
            </a:r>
            <a:endParaRPr sz="21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5"/>
            </p:custDataLst>
          </p:nvPr>
        </p:nvSpPr>
        <p:spPr>
          <a:xfrm>
            <a:off x="8036560" y="2476500"/>
            <a:ext cx="3578860" cy="1242695"/>
          </a:xfrm>
          <a:custGeom>
            <a:avLst/>
            <a:gdLst>
              <a:gd name="sw" fmla="*/ 1 w 5635"/>
              <a:gd name="sh" fmla="*/ 1 h 1957"/>
              <a:gd name="mins" fmla="min sw sh"/>
              <a:gd name="dsw" fmla="+- 0 sw mins"/>
              <a:gd name="dsh" fmla="+- 0 sh mins"/>
              <a:gd name="p0x0" fmla="*/ 150 w 5635"/>
              <a:gd name="p0y0" fmla="*/ 0 h 1957"/>
              <a:gd name="p0x1" fmla="*/ 5485 w 5635"/>
              <a:gd name="p0y1" fmla="*/ 0 h 1957"/>
              <a:gd name="p0x2" fmla="*/ 5568 w 5635"/>
              <a:gd name="p0y2" fmla="*/ 0 h 1957"/>
              <a:gd name="p0x3" fmla="*/ 5635 w 5635"/>
              <a:gd name="p0y3" fmla="*/ 67 h 1957"/>
              <a:gd name="p0x4" fmla="*/ 5635 w 5635"/>
              <a:gd name="p0y4" fmla="*/ 150 h 1957"/>
              <a:gd name="p0x5" fmla="*/ 5635 w 5635"/>
              <a:gd name="p0y5" fmla="*/ 1807 h 1957"/>
              <a:gd name="p0x6" fmla="*/ 5635 w 5635"/>
              <a:gd name="p0y6" fmla="*/ 1890 h 1957"/>
              <a:gd name="p0x7" fmla="*/ 5568 w 5635"/>
              <a:gd name="p0y7" fmla="*/ 1957 h 1957"/>
              <a:gd name="p0x8" fmla="*/ 5485 w 5635"/>
              <a:gd name="p0y8" fmla="*/ 1957 h 1957"/>
              <a:gd name="p0x9" fmla="*/ 150 w 5635"/>
              <a:gd name="p0y9" fmla="*/ 1957 h 1957"/>
              <a:gd name="p0x10" fmla="*/ 67 w 5635"/>
              <a:gd name="p0y10" fmla="*/ 1957 h 1957"/>
              <a:gd name="p0x11" fmla="*/ 0 w 5635"/>
              <a:gd name="p0y11" fmla="*/ 1890 h 1957"/>
              <a:gd name="p0x12" fmla="*/ 0 w 5635"/>
              <a:gd name="p0y12" fmla="*/ 1807 h 1957"/>
              <a:gd name="p0x13" fmla="*/ 0 w 5635"/>
              <a:gd name="p0y13" fmla="*/ 150 h 1957"/>
              <a:gd name="p0x14" fmla="*/ 0 w 5635"/>
              <a:gd name="p0y14" fmla="*/ 67 h 1957"/>
              <a:gd name="p0x15" fmla="*/ 67 w 5635"/>
              <a:gd name="p0y15" fmla="*/ 0 h 1957"/>
              <a:gd name="p0x16" fmla="*/ 150 w 5635"/>
              <a:gd name="p0y16" fmla="*/ 0 h 19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66"/>
            </p:custDataLst>
          </p:nvPr>
        </p:nvSpPr>
        <p:spPr>
          <a:xfrm>
            <a:off x="8232140" y="29260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5000" t="-16078" r="-5000" b="-16078"/>
          <a:stretch>
            <a:fillRect/>
          </a:stretch>
        </p:blipFill>
        <p:spPr>
          <a:xfrm>
            <a:off x="8298815" y="2988310"/>
            <a:ext cx="209550" cy="213995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70"/>
            </p:custDataLst>
          </p:nvPr>
        </p:nvSpPr>
        <p:spPr>
          <a:xfrm>
            <a:off x="8689477" y="2778919"/>
            <a:ext cx="273099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r>
              <a:rPr lang="zh-CN" alt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、随机</a:t>
            </a:r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等多种策略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71"/>
            </p:custDataLst>
          </p:nvPr>
        </p:nvSpPr>
        <p:spPr>
          <a:xfrm>
            <a:off x="8041640" y="3848100"/>
            <a:ext cx="3569335" cy="1252220"/>
          </a:xfrm>
          <a:custGeom>
            <a:avLst/>
            <a:gdLst>
              <a:gd name="sw" fmla="*/ 1 w 5620"/>
              <a:gd name="sh" fmla="*/ 1 h 1972"/>
              <a:gd name="mins" fmla="min sw sh"/>
              <a:gd name="dsw" fmla="+- 0 sw mins"/>
              <a:gd name="dsh" fmla="+- 0 sh mins"/>
              <a:gd name="p0x0" fmla="*/ 150 w 5620"/>
              <a:gd name="p0y0" fmla="*/ 0 h 1972"/>
              <a:gd name="p0x1" fmla="*/ 5470 w 5620"/>
              <a:gd name="p0y1" fmla="*/ 0 h 1972"/>
              <a:gd name="p0x2" fmla="*/ 5553 w 5620"/>
              <a:gd name="p0y2" fmla="*/ 0 h 1972"/>
              <a:gd name="p0x3" fmla="*/ 5620 w 5620"/>
              <a:gd name="p0y3" fmla="*/ 67 h 1972"/>
              <a:gd name="p0x4" fmla="*/ 5620 w 5620"/>
              <a:gd name="p0y4" fmla="*/ 150 h 1972"/>
              <a:gd name="p0x5" fmla="*/ 5620 w 5620"/>
              <a:gd name="p0y5" fmla="*/ 1822 h 1972"/>
              <a:gd name="p0x6" fmla="*/ 5620 w 5620"/>
              <a:gd name="p0y6" fmla="*/ 1905 h 1972"/>
              <a:gd name="p0x7" fmla="*/ 5553 w 5620"/>
              <a:gd name="p0y7" fmla="*/ 1972 h 1972"/>
              <a:gd name="p0x8" fmla="*/ 5470 w 5620"/>
              <a:gd name="p0y8" fmla="*/ 1972 h 1972"/>
              <a:gd name="p0x9" fmla="*/ 150 w 5620"/>
              <a:gd name="p0y9" fmla="*/ 1972 h 1972"/>
              <a:gd name="p0x10" fmla="*/ 67 w 5620"/>
              <a:gd name="p0y10" fmla="*/ 1972 h 1972"/>
              <a:gd name="p0x11" fmla="*/ 0 w 5620"/>
              <a:gd name="p0y11" fmla="*/ 1905 h 1972"/>
              <a:gd name="p0x12" fmla="*/ 0 w 5620"/>
              <a:gd name="p0y12" fmla="*/ 1822 h 1972"/>
              <a:gd name="p0x13" fmla="*/ 0 w 5620"/>
              <a:gd name="p0y13" fmla="*/ 150 h 1972"/>
              <a:gd name="p0x14" fmla="*/ 0 w 5620"/>
              <a:gd name="p0y14" fmla="*/ 67 h 1972"/>
              <a:gd name="p0x15" fmla="*/ 67 w 5620"/>
              <a:gd name="p0y15" fmla="*/ 0 h 1972"/>
              <a:gd name="p0x16" fmla="*/ 150 w 5620"/>
              <a:gd name="p0y16" fmla="*/ 0 h 19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19050" cmpd="sng">
            <a:solidFill>
              <a:srgbClr val="397AF3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72"/>
            </p:custDataLst>
          </p:nvPr>
        </p:nvSpPr>
        <p:spPr>
          <a:xfrm>
            <a:off x="8241665" y="40112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08340" y="4072890"/>
            <a:ext cx="209550" cy="214630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76"/>
            </p:custDataLst>
          </p:nvPr>
        </p:nvSpPr>
        <p:spPr>
          <a:xfrm>
            <a:off x="8699002" y="4016130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策略一旦选定即固定不变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77"/>
            </p:custDataLst>
          </p:nvPr>
        </p:nvSpPr>
        <p:spPr>
          <a:xfrm>
            <a:off x="8699002" y="4454585"/>
            <a:ext cx="2711948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无法根据应用特点和测试进展动态切换或调整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78"/>
            </p:custDataLst>
          </p:nvPr>
        </p:nvSpPr>
        <p:spPr>
          <a:xfrm>
            <a:off x="8036560" y="5229225"/>
            <a:ext cx="3578860" cy="1242695"/>
          </a:xfrm>
          <a:custGeom>
            <a:avLst/>
            <a:gdLst>
              <a:gd name="sw" fmla="*/ 1 w 5635"/>
              <a:gd name="sh" fmla="*/ 1 h 1957"/>
              <a:gd name="mins" fmla="min sw sh"/>
              <a:gd name="dsw" fmla="+- 0 sw mins"/>
              <a:gd name="dsh" fmla="+- 0 sh mins"/>
              <a:gd name="p0x0" fmla="*/ 150 w 5635"/>
              <a:gd name="p0y0" fmla="*/ 0 h 1957"/>
              <a:gd name="p0x1" fmla="*/ 5485 w 5635"/>
              <a:gd name="p0y1" fmla="*/ 0 h 1957"/>
              <a:gd name="p0x2" fmla="*/ 5568 w 5635"/>
              <a:gd name="p0y2" fmla="*/ 0 h 1957"/>
              <a:gd name="p0x3" fmla="*/ 5635 w 5635"/>
              <a:gd name="p0y3" fmla="*/ 67 h 1957"/>
              <a:gd name="p0x4" fmla="*/ 5635 w 5635"/>
              <a:gd name="p0y4" fmla="*/ 150 h 1957"/>
              <a:gd name="p0x5" fmla="*/ 5635 w 5635"/>
              <a:gd name="p0y5" fmla="*/ 1807 h 1957"/>
              <a:gd name="p0x6" fmla="*/ 5635 w 5635"/>
              <a:gd name="p0y6" fmla="*/ 1890 h 1957"/>
              <a:gd name="p0x7" fmla="*/ 5568 w 5635"/>
              <a:gd name="p0y7" fmla="*/ 1957 h 1957"/>
              <a:gd name="p0x8" fmla="*/ 5485 w 5635"/>
              <a:gd name="p0y8" fmla="*/ 1957 h 1957"/>
              <a:gd name="p0x9" fmla="*/ 150 w 5635"/>
              <a:gd name="p0y9" fmla="*/ 1957 h 1957"/>
              <a:gd name="p0x10" fmla="*/ 67 w 5635"/>
              <a:gd name="p0y10" fmla="*/ 1957 h 1957"/>
              <a:gd name="p0x11" fmla="*/ 0 w 5635"/>
              <a:gd name="p0y11" fmla="*/ 1890 h 1957"/>
              <a:gd name="p0x12" fmla="*/ 0 w 5635"/>
              <a:gd name="p0y12" fmla="*/ 1807 h 1957"/>
              <a:gd name="p0x13" fmla="*/ 0 w 5635"/>
              <a:gd name="p0y13" fmla="*/ 150 h 1957"/>
              <a:gd name="p0x14" fmla="*/ 0 w 5635"/>
              <a:gd name="p0y14" fmla="*/ 67 h 1957"/>
              <a:gd name="p0x15" fmla="*/ 67 w 5635"/>
              <a:gd name="p0y15" fmla="*/ 0 h 1957"/>
              <a:gd name="p0x16" fmla="*/ 150 w 5635"/>
              <a:gd name="p0y16" fmla="*/ 0 h 19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4DAB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任意多边形 57"/>
          <p:cNvSpPr/>
          <p:nvPr>
            <p:custDataLst>
              <p:tags r:id="rId79"/>
            </p:custDataLst>
          </p:nvPr>
        </p:nvSpPr>
        <p:spPr>
          <a:xfrm>
            <a:off x="8232140" y="53873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9" name="图片 58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8324850" y="5449570"/>
            <a:ext cx="156845" cy="213995"/>
          </a:xfrm>
          <a:prstGeom prst="rect">
            <a:avLst/>
          </a:prstGeom>
        </p:spPr>
      </p:pic>
      <p:sp>
        <p:nvSpPr>
          <p:cNvPr id="60" name="文本框 59"/>
          <p:cNvSpPr txBox="1"/>
          <p:nvPr>
            <p:custDataLst>
              <p:tags r:id="rId83"/>
            </p:custDataLst>
          </p:nvPr>
        </p:nvSpPr>
        <p:spPr>
          <a:xfrm>
            <a:off x="8689477" y="5392493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研究改进空间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84"/>
            </p:custDataLst>
          </p:nvPr>
        </p:nvSpPr>
        <p:spPr>
          <a:xfrm>
            <a:off x="8689477" y="5830948"/>
            <a:ext cx="2730998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亟需引入自适应策略切换与智能反馈机制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改进方案设计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改进目标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766445" y="1299845"/>
            <a:ext cx="2986405" cy="4981575"/>
          </a:xfrm>
          <a:custGeom>
            <a:avLst/>
            <a:gdLst>
              <a:gd name="sw" fmla="*/ 1 w 4703"/>
              <a:gd name="sh" fmla="*/ 1 h 7845"/>
              <a:gd name="mins" fmla="min sw sh"/>
              <a:gd name="dsw" fmla="+- 0 sw mins"/>
              <a:gd name="dsh" fmla="+- 0 sh mins"/>
              <a:gd name="p0x0" fmla="*/ 150 w 4703"/>
              <a:gd name="p0y0" fmla="*/ 0 h 7845"/>
              <a:gd name="p0x1" fmla="*/ 4553 w 4703"/>
              <a:gd name="p0y1" fmla="*/ 0 h 7845"/>
              <a:gd name="p0x2" fmla="*/ 4636 w 4703"/>
              <a:gd name="p0y2" fmla="*/ 0 h 7845"/>
              <a:gd name="p0x3" fmla="*/ 4703 w 4703"/>
              <a:gd name="p0y3" fmla="*/ 67 h 7845"/>
              <a:gd name="p0x4" fmla="*/ 4703 w 4703"/>
              <a:gd name="p0y4" fmla="*/ 150 h 7845"/>
              <a:gd name="p0x5" fmla="*/ 4703 w 4703"/>
              <a:gd name="p0y5" fmla="*/ 7695 h 7845"/>
              <a:gd name="p0x6" fmla="*/ 4703 w 4703"/>
              <a:gd name="p0y6" fmla="*/ 7777 h 7845"/>
              <a:gd name="p0x7" fmla="*/ 4636 w 4703"/>
              <a:gd name="p0y7" fmla="*/ 7845 h 7845"/>
              <a:gd name="p0x8" fmla="*/ 4553 w 4703"/>
              <a:gd name="p0y8" fmla="*/ 7845 h 7845"/>
              <a:gd name="p0x9" fmla="*/ 150 w 4703"/>
              <a:gd name="p0y9" fmla="*/ 7845 h 7845"/>
              <a:gd name="p0x10" fmla="*/ 67 w 4703"/>
              <a:gd name="p0y10" fmla="*/ 7845 h 7845"/>
              <a:gd name="p0x11" fmla="*/ 0 w 4703"/>
              <a:gd name="p0y11" fmla="*/ 7777 h 7845"/>
              <a:gd name="p0x12" fmla="*/ 0 w 4703"/>
              <a:gd name="p0y12" fmla="*/ 7695 h 7845"/>
              <a:gd name="p0x13" fmla="*/ 0 w 4703"/>
              <a:gd name="p0y13" fmla="*/ 150 h 7845"/>
              <a:gd name="p0x14" fmla="*/ 0 w 4703"/>
              <a:gd name="p0y14" fmla="*/ 67 h 7845"/>
              <a:gd name="p0x15" fmla="*/ 67 w 4703"/>
              <a:gd name="p0y15" fmla="*/ 0 h 7845"/>
              <a:gd name="p0x16" fmla="*/ 150 w 4703"/>
              <a:gd name="p0y16" fmla="*/ 0 h 7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936995" y="2647950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核心目标</a:t>
            </a:r>
            <a:endParaRPr sz="1200" spc="72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2069465" y="292417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040387" y="3083242"/>
            <a:ext cx="2439372" cy="801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4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</a:t>
            </a:r>
            <a:r>
              <a:rPr lang="en-US" altLang="zh-CN" sz="24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24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组件优先级感知机制</a:t>
            </a:r>
            <a:endParaRPr lang="zh-CN" altLang="en-US" sz="24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889616" y="4005263"/>
            <a:ext cx="274097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模块中建立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021851" y="4310063"/>
            <a:ext cx="2476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覆盖率反馈驱动的动态权重调整</a:t>
            </a: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体系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4391025" y="1299845"/>
            <a:ext cx="3409315" cy="4981575"/>
          </a:xfrm>
          <a:custGeom>
            <a:avLst/>
            <a:gdLst>
              <a:gd name="sw" fmla="*/ 1 w 5368"/>
              <a:gd name="sh" fmla="*/ 1 h 7845"/>
              <a:gd name="mins" fmla="min sw sh"/>
              <a:gd name="dsw" fmla="+- 0 sw mins"/>
              <a:gd name="dsh" fmla="+- 0 sh mins"/>
              <a:gd name="p0x0" fmla="*/ 150 w 5368"/>
              <a:gd name="p0y0" fmla="*/ 0 h 7845"/>
              <a:gd name="p0x1" fmla="*/ 5218 w 5368"/>
              <a:gd name="p0y1" fmla="*/ 0 h 7845"/>
              <a:gd name="p0x2" fmla="*/ 5301 w 5368"/>
              <a:gd name="p0y2" fmla="*/ 0 h 7845"/>
              <a:gd name="p0x3" fmla="*/ 5368 w 5368"/>
              <a:gd name="p0y3" fmla="*/ 67 h 7845"/>
              <a:gd name="p0x4" fmla="*/ 5368 w 5368"/>
              <a:gd name="p0y4" fmla="*/ 150 h 7845"/>
              <a:gd name="p0x5" fmla="*/ 5368 w 5368"/>
              <a:gd name="p0y5" fmla="*/ 7695 h 7845"/>
              <a:gd name="p0x6" fmla="*/ 5368 w 5368"/>
              <a:gd name="p0y6" fmla="*/ 7777 h 7845"/>
              <a:gd name="p0x7" fmla="*/ 5301 w 5368"/>
              <a:gd name="p0y7" fmla="*/ 7845 h 7845"/>
              <a:gd name="p0x8" fmla="*/ 5218 w 5368"/>
              <a:gd name="p0y8" fmla="*/ 7845 h 7845"/>
              <a:gd name="p0x9" fmla="*/ 150 w 5368"/>
              <a:gd name="p0y9" fmla="*/ 7845 h 7845"/>
              <a:gd name="p0x10" fmla="*/ 67 w 5368"/>
              <a:gd name="p0y10" fmla="*/ 7845 h 7845"/>
              <a:gd name="p0x11" fmla="*/ 0 w 5368"/>
              <a:gd name="p0y11" fmla="*/ 7777 h 7845"/>
              <a:gd name="p0x12" fmla="*/ 0 w 5368"/>
              <a:gd name="p0y12" fmla="*/ 7695 h 7845"/>
              <a:gd name="p0x13" fmla="*/ 0 w 5368"/>
              <a:gd name="p0y13" fmla="*/ 150 h 7845"/>
              <a:gd name="p0x14" fmla="*/ 0 w 5368"/>
              <a:gd name="p0y14" fmla="*/ 67 h 7845"/>
              <a:gd name="p0x15" fmla="*/ 67 w 5368"/>
              <a:gd name="p0y15" fmla="*/ 0 h 7845"/>
              <a:gd name="p0x16" fmla="*/ 150 w 5368"/>
              <a:gd name="p0y16" fmla="*/ 0 h 7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97AF3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5905500" y="226123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4586605" y="24422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6818" t="-1212" r="-6818" b="-1212"/>
          <a:stretch>
            <a:fillRect/>
          </a:stretch>
        </p:blipFill>
        <p:spPr>
          <a:xfrm>
            <a:off x="4638675" y="2503805"/>
            <a:ext cx="238125" cy="21463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5044087" y="2427027"/>
            <a:ext cx="256111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优先探索高风险、高价值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5044087" y="3036627"/>
            <a:ext cx="256111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登录按钮、支付按钮、权限请求弹窗等核心业务组件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4586605" y="37147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4653280" y="3776345"/>
            <a:ext cx="209550" cy="2146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5044087" y="3699510"/>
            <a:ext cx="256111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根据实时覆盖率数据动态调整探索方向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5044087" y="4309110"/>
            <a:ext cx="256111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的反馈闭环</a:t>
            </a:r>
            <a:endParaRPr lang="zh-CN" altLang="en-US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2"/>
            </p:custDataLst>
          </p:nvPr>
        </p:nvSpPr>
        <p:spPr>
          <a:xfrm>
            <a:off x="4586605" y="47123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5000" t="-6167" r="-5000" b="-6167"/>
          <a:stretch>
            <a:fillRect/>
          </a:stretch>
        </p:blipFill>
        <p:spPr>
          <a:xfrm>
            <a:off x="4653280" y="4774565"/>
            <a:ext cx="209550" cy="21399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6"/>
            </p:custDataLst>
          </p:nvPr>
        </p:nvSpPr>
        <p:spPr>
          <a:xfrm>
            <a:off x="5044087" y="4697701"/>
            <a:ext cx="256111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在保证探索多样性的前提下提高测试效率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7"/>
            </p:custDataLst>
          </p:nvPr>
        </p:nvSpPr>
        <p:spPr>
          <a:xfrm>
            <a:off x="5044087" y="5307301"/>
            <a:ext cx="256111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避免重复探索已覆盖路径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8"/>
            </p:custDataLst>
          </p:nvPr>
        </p:nvSpPr>
        <p:spPr>
          <a:xfrm>
            <a:off x="5611349" y="1985067"/>
            <a:ext cx="112172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三大能力提升</a:t>
            </a:r>
            <a:endParaRPr sz="1200" spc="72">
              <a:solidFill>
                <a:srgbClr val="FFFFFF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8438515" y="1299845"/>
            <a:ext cx="2986405" cy="4981575"/>
          </a:xfrm>
          <a:custGeom>
            <a:avLst/>
            <a:gdLst>
              <a:gd name="sw" fmla="*/ 1 w 4703"/>
              <a:gd name="sh" fmla="*/ 1 h 7845"/>
              <a:gd name="mins" fmla="min sw sh"/>
              <a:gd name="dsw" fmla="+- 0 sw mins"/>
              <a:gd name="dsh" fmla="+- 0 sh mins"/>
              <a:gd name="p0x0" fmla="*/ 150 w 4703"/>
              <a:gd name="p0y0" fmla="*/ 0 h 7845"/>
              <a:gd name="p0x1" fmla="*/ 4553 w 4703"/>
              <a:gd name="p0y1" fmla="*/ 0 h 7845"/>
              <a:gd name="p0x2" fmla="*/ 4636 w 4703"/>
              <a:gd name="p0y2" fmla="*/ 0 h 7845"/>
              <a:gd name="p0x3" fmla="*/ 4703 w 4703"/>
              <a:gd name="p0y3" fmla="*/ 67 h 7845"/>
              <a:gd name="p0x4" fmla="*/ 4703 w 4703"/>
              <a:gd name="p0y4" fmla="*/ 150 h 7845"/>
              <a:gd name="p0x5" fmla="*/ 4703 w 4703"/>
              <a:gd name="p0y5" fmla="*/ 7695 h 7845"/>
              <a:gd name="p0x6" fmla="*/ 4703 w 4703"/>
              <a:gd name="p0y6" fmla="*/ 7777 h 7845"/>
              <a:gd name="p0x7" fmla="*/ 4636 w 4703"/>
              <a:gd name="p0y7" fmla="*/ 7845 h 7845"/>
              <a:gd name="p0x8" fmla="*/ 4553 w 4703"/>
              <a:gd name="p0y8" fmla="*/ 7845 h 7845"/>
              <a:gd name="p0x9" fmla="*/ 150 w 4703"/>
              <a:gd name="p0y9" fmla="*/ 7845 h 7845"/>
              <a:gd name="p0x10" fmla="*/ 67 w 4703"/>
              <a:gd name="p0y10" fmla="*/ 7845 h 7845"/>
              <a:gd name="p0x11" fmla="*/ 0 w 4703"/>
              <a:gd name="p0y11" fmla="*/ 7777 h 7845"/>
              <a:gd name="p0x12" fmla="*/ 0 w 4703"/>
              <a:gd name="p0y12" fmla="*/ 7695 h 7845"/>
              <a:gd name="p0x13" fmla="*/ 0 w 4703"/>
              <a:gd name="p0y13" fmla="*/ 150 h 7845"/>
              <a:gd name="p0x14" fmla="*/ 0 w 4703"/>
              <a:gd name="p0y14" fmla="*/ 67 h 7845"/>
              <a:gd name="p0x15" fmla="*/ 67 w 4703"/>
              <a:gd name="p0y15" fmla="*/ 0 h 7845"/>
              <a:gd name="p0x16" fmla="*/ 150 w 4703"/>
              <a:gd name="p0y16" fmla="*/ 0 h 7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9608858" y="2705100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典型场景</a:t>
            </a:r>
            <a:endParaRPr sz="1200" spc="72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1"/>
            </p:custDataLst>
          </p:nvPr>
        </p:nvSpPr>
        <p:spPr>
          <a:xfrm>
            <a:off x="9740900" y="298132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8633460" y="3162300"/>
            <a:ext cx="2596515" cy="495300"/>
          </a:xfrm>
          <a:custGeom>
            <a:avLst/>
            <a:gdLst>
              <a:gd name="sw" fmla="*/ 1 w 4088"/>
              <a:gd name="sh" fmla="*/ 1 h 780"/>
              <a:gd name="mins" fmla="min sw sh"/>
              <a:gd name="dsw" fmla="+- 0 sw mins"/>
              <a:gd name="dsh" fmla="+- 0 sh mins"/>
              <a:gd name="p0x0" fmla="*/ 150 w 4088"/>
              <a:gd name="p0y0" fmla="*/ 0 h 780"/>
              <a:gd name="p0x1" fmla="*/ 3938 w 4088"/>
              <a:gd name="p0y1" fmla="*/ 0 h 780"/>
              <a:gd name="p0x2" fmla="*/ 4021 w 4088"/>
              <a:gd name="p0y2" fmla="*/ 0 h 780"/>
              <a:gd name="p0x3" fmla="*/ 4088 w 4088"/>
              <a:gd name="p0y3" fmla="*/ 67 h 780"/>
              <a:gd name="p0x4" fmla="*/ 4088 w 4088"/>
              <a:gd name="p0y4" fmla="*/ 150 h 780"/>
              <a:gd name="p0x5" fmla="*/ 4088 w 4088"/>
              <a:gd name="p0y5" fmla="*/ 630 h 780"/>
              <a:gd name="p0x6" fmla="*/ 4088 w 4088"/>
              <a:gd name="p0y6" fmla="*/ 712 h 780"/>
              <a:gd name="p0x7" fmla="*/ 4021 w 4088"/>
              <a:gd name="p0y7" fmla="*/ 780 h 780"/>
              <a:gd name="p0x8" fmla="*/ 3938 w 4088"/>
              <a:gd name="p0y8" fmla="*/ 780 h 780"/>
              <a:gd name="p0x9" fmla="*/ 150 w 4088"/>
              <a:gd name="p0y9" fmla="*/ 780 h 780"/>
              <a:gd name="p0x10" fmla="*/ 67 w 4088"/>
              <a:gd name="p0y10" fmla="*/ 780 h 780"/>
              <a:gd name="p0x11" fmla="*/ 0 w 4088"/>
              <a:gd name="p0y11" fmla="*/ 712 h 780"/>
              <a:gd name="p0x12" fmla="*/ 0 w 4088"/>
              <a:gd name="p0y12" fmla="*/ 630 h 780"/>
              <a:gd name="p0x13" fmla="*/ 0 w 4088"/>
              <a:gd name="p0y13" fmla="*/ 150 h 780"/>
              <a:gd name="p0x14" fmla="*/ 0 w 4088"/>
              <a:gd name="p0y14" fmla="*/ 67 h 780"/>
              <a:gd name="p0x15" fmla="*/ 67 w 4088"/>
              <a:gd name="p0y15" fmla="*/ 0 h 780"/>
              <a:gd name="p0x16" fmla="*/ 150 w 4088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8785860" y="32766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12381" t="-5897" r="-12381" b="-5897"/>
          <a:stretch>
            <a:fillRect/>
          </a:stretch>
        </p:blipFill>
        <p:spPr>
          <a:xfrm>
            <a:off x="8836025" y="3338195"/>
            <a:ext cx="166370" cy="1384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9167289" y="3283744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登录按钮组件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8633460" y="3771900"/>
            <a:ext cx="2596515" cy="495300"/>
          </a:xfrm>
          <a:custGeom>
            <a:avLst/>
            <a:gdLst>
              <a:gd name="sw" fmla="*/ 1 w 4088"/>
              <a:gd name="sh" fmla="*/ 1 h 780"/>
              <a:gd name="mins" fmla="min sw sh"/>
              <a:gd name="dsw" fmla="+- 0 sw mins"/>
              <a:gd name="dsh" fmla="+- 0 sh mins"/>
              <a:gd name="p0x0" fmla="*/ 150 w 4088"/>
              <a:gd name="p0y0" fmla="*/ 0 h 780"/>
              <a:gd name="p0x1" fmla="*/ 3938 w 4088"/>
              <a:gd name="p0y1" fmla="*/ 0 h 780"/>
              <a:gd name="p0x2" fmla="*/ 4021 w 4088"/>
              <a:gd name="p0y2" fmla="*/ 0 h 780"/>
              <a:gd name="p0x3" fmla="*/ 4088 w 4088"/>
              <a:gd name="p0y3" fmla="*/ 67 h 780"/>
              <a:gd name="p0x4" fmla="*/ 4088 w 4088"/>
              <a:gd name="p0y4" fmla="*/ 150 h 780"/>
              <a:gd name="p0x5" fmla="*/ 4088 w 4088"/>
              <a:gd name="p0y5" fmla="*/ 630 h 780"/>
              <a:gd name="p0x6" fmla="*/ 4088 w 4088"/>
              <a:gd name="p0y6" fmla="*/ 712 h 780"/>
              <a:gd name="p0x7" fmla="*/ 4021 w 4088"/>
              <a:gd name="p0y7" fmla="*/ 780 h 780"/>
              <a:gd name="p0x8" fmla="*/ 3938 w 4088"/>
              <a:gd name="p0y8" fmla="*/ 780 h 780"/>
              <a:gd name="p0x9" fmla="*/ 150 w 4088"/>
              <a:gd name="p0y9" fmla="*/ 780 h 780"/>
              <a:gd name="p0x10" fmla="*/ 67 w 4088"/>
              <a:gd name="p0y10" fmla="*/ 780 h 780"/>
              <a:gd name="p0x11" fmla="*/ 0 w 4088"/>
              <a:gd name="p0y11" fmla="*/ 712 h 780"/>
              <a:gd name="p0x12" fmla="*/ 0 w 4088"/>
              <a:gd name="p0y12" fmla="*/ 630 h 780"/>
              <a:gd name="p0x13" fmla="*/ 0 w 4088"/>
              <a:gd name="p0y13" fmla="*/ 150 h 780"/>
              <a:gd name="p0x14" fmla="*/ 0 w 4088"/>
              <a:gd name="p0y14" fmla="*/ 67 h 780"/>
              <a:gd name="p0x15" fmla="*/ 67 w 4088"/>
              <a:gd name="p0y15" fmla="*/ 0 h 780"/>
              <a:gd name="p0x16" fmla="*/ 150 w 4088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9"/>
            </p:custDataLst>
          </p:nvPr>
        </p:nvSpPr>
        <p:spPr>
          <a:xfrm>
            <a:off x="8785860" y="38862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3846" t="-22667" r="-3846" b="-22667"/>
          <a:stretch>
            <a:fillRect/>
          </a:stretch>
        </p:blipFill>
        <p:spPr>
          <a:xfrm>
            <a:off x="8852535" y="3947795"/>
            <a:ext cx="133350" cy="13843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3"/>
            </p:custDataLst>
          </p:nvPr>
        </p:nvSpPr>
        <p:spPr>
          <a:xfrm>
            <a:off x="9167289" y="3893344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支付按钮组件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4"/>
            </p:custDataLst>
          </p:nvPr>
        </p:nvSpPr>
        <p:spPr>
          <a:xfrm>
            <a:off x="8633460" y="4381500"/>
            <a:ext cx="2596515" cy="495300"/>
          </a:xfrm>
          <a:custGeom>
            <a:avLst/>
            <a:gdLst>
              <a:gd name="sw" fmla="*/ 1 w 4088"/>
              <a:gd name="sh" fmla="*/ 1 h 780"/>
              <a:gd name="mins" fmla="min sw sh"/>
              <a:gd name="dsw" fmla="+- 0 sw mins"/>
              <a:gd name="dsh" fmla="+- 0 sh mins"/>
              <a:gd name="p0x0" fmla="*/ 150 w 4088"/>
              <a:gd name="p0y0" fmla="*/ 0 h 780"/>
              <a:gd name="p0x1" fmla="*/ 3938 w 4088"/>
              <a:gd name="p0y1" fmla="*/ 0 h 780"/>
              <a:gd name="p0x2" fmla="*/ 4021 w 4088"/>
              <a:gd name="p0y2" fmla="*/ 0 h 780"/>
              <a:gd name="p0x3" fmla="*/ 4088 w 4088"/>
              <a:gd name="p0y3" fmla="*/ 67 h 780"/>
              <a:gd name="p0x4" fmla="*/ 4088 w 4088"/>
              <a:gd name="p0y4" fmla="*/ 150 h 780"/>
              <a:gd name="p0x5" fmla="*/ 4088 w 4088"/>
              <a:gd name="p0y5" fmla="*/ 630 h 780"/>
              <a:gd name="p0x6" fmla="*/ 4088 w 4088"/>
              <a:gd name="p0y6" fmla="*/ 712 h 780"/>
              <a:gd name="p0x7" fmla="*/ 4021 w 4088"/>
              <a:gd name="p0y7" fmla="*/ 780 h 780"/>
              <a:gd name="p0x8" fmla="*/ 3938 w 4088"/>
              <a:gd name="p0y8" fmla="*/ 780 h 780"/>
              <a:gd name="p0x9" fmla="*/ 150 w 4088"/>
              <a:gd name="p0y9" fmla="*/ 780 h 780"/>
              <a:gd name="p0x10" fmla="*/ 67 w 4088"/>
              <a:gd name="p0y10" fmla="*/ 780 h 780"/>
              <a:gd name="p0x11" fmla="*/ 0 w 4088"/>
              <a:gd name="p0y11" fmla="*/ 712 h 780"/>
              <a:gd name="p0x12" fmla="*/ 0 w 4088"/>
              <a:gd name="p0y12" fmla="*/ 630 h 780"/>
              <a:gd name="p0x13" fmla="*/ 0 w 4088"/>
              <a:gd name="p0y13" fmla="*/ 150 h 780"/>
              <a:gd name="p0x14" fmla="*/ 0 w 4088"/>
              <a:gd name="p0y14" fmla="*/ 67 h 780"/>
              <a:gd name="p0x15" fmla="*/ 67 w 4088"/>
              <a:gd name="p0y15" fmla="*/ 0 h 780"/>
              <a:gd name="p0x16" fmla="*/ 150 w 4088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5"/>
            </p:custDataLst>
          </p:nvPr>
        </p:nvSpPr>
        <p:spPr>
          <a:xfrm>
            <a:off x="8785860" y="44958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8852535" y="4557395"/>
            <a:ext cx="133350" cy="13843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9"/>
            </p:custDataLst>
          </p:nvPr>
        </p:nvSpPr>
        <p:spPr>
          <a:xfrm>
            <a:off x="9167289" y="4502944"/>
            <a:ext cx="1714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权限请求弹窗组件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总体架构设计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3019349" y="3178969"/>
            <a:ext cx="685876" cy="4524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700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700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5924474" y="3178969"/>
            <a:ext cx="685876" cy="4524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700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700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4"/>
            </p:custDataLst>
          </p:nvPr>
        </p:nvSpPr>
        <p:spPr>
          <a:xfrm>
            <a:off x="8829599" y="3178969"/>
            <a:ext cx="685876" cy="4524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700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700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5"/>
            </p:custDataLst>
          </p:nvPr>
        </p:nvSpPr>
        <p:spPr>
          <a:xfrm>
            <a:off x="571500" y="5895975"/>
            <a:ext cx="11049000" cy="581025"/>
          </a:xfrm>
          <a:custGeom>
            <a:avLst/>
            <a:gdLst>
              <a:gd name="sw" fmla="*/ 1 w 17400"/>
              <a:gd name="sh" fmla="*/ 1 h 915"/>
              <a:gd name="mins" fmla="min sw sh"/>
              <a:gd name="dsw" fmla="+- 0 sw mins"/>
              <a:gd name="dsh" fmla="+- 0 sh mins"/>
              <a:gd name="p0x0" fmla="*/ 270 w 17400"/>
              <a:gd name="p0y0" fmla="*/ 0 h 915"/>
              <a:gd name="p0x1" fmla="*/ 17130 w 17400"/>
              <a:gd name="p0y1" fmla="*/ 0 h 915"/>
              <a:gd name="p0x2" fmla="*/ 17279 w 17400"/>
              <a:gd name="p0y2" fmla="*/ 0 h 915"/>
              <a:gd name="p0x3" fmla="*/ 17400 w 17400"/>
              <a:gd name="p0y3" fmla="*/ 120 h 915"/>
              <a:gd name="p0x4" fmla="*/ 17400 w 17400"/>
              <a:gd name="p0y4" fmla="*/ 270 h 915"/>
              <a:gd name="p0x5" fmla="*/ 17400 w 17400"/>
              <a:gd name="p0y5" fmla="*/ 645 h 915"/>
              <a:gd name="p0x6" fmla="*/ 17400 w 17400"/>
              <a:gd name="p0y6" fmla="*/ 794 h 915"/>
              <a:gd name="p0x7" fmla="*/ 17279 w 17400"/>
              <a:gd name="p0y7" fmla="*/ 915 h 915"/>
              <a:gd name="p0x8" fmla="*/ 17130 w 17400"/>
              <a:gd name="p0y8" fmla="*/ 915 h 915"/>
              <a:gd name="p0x9" fmla="*/ 270 w 17400"/>
              <a:gd name="p0y9" fmla="*/ 915 h 915"/>
              <a:gd name="p0x10" fmla="*/ 120 w 17400"/>
              <a:gd name="p0y10" fmla="*/ 915 h 915"/>
              <a:gd name="p0x11" fmla="*/ 0 w 17400"/>
              <a:gd name="p0y11" fmla="*/ 794 h 915"/>
              <a:gd name="p0x12" fmla="*/ 0 w 17400"/>
              <a:gd name="p0y12" fmla="*/ 645 h 915"/>
              <a:gd name="p0x13" fmla="*/ 0 w 17400"/>
              <a:gd name="p0y13" fmla="*/ 270 h 915"/>
              <a:gd name="p0x14" fmla="*/ 0 w 17400"/>
              <a:gd name="p0y14" fmla="*/ 120 h 915"/>
              <a:gd name="p0x15" fmla="*/ 120 w 17400"/>
              <a:gd name="p0y15" fmla="*/ 0 h 915"/>
              <a:gd name="p0x16" fmla="*/ 270 w 1740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6"/>
            </p:custDataLst>
          </p:nvPr>
        </p:nvSpPr>
        <p:spPr>
          <a:xfrm>
            <a:off x="4104640" y="612902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7"/>
            </p:custDataLst>
          </p:nvPr>
        </p:nvSpPr>
        <p:spPr>
          <a:xfrm>
            <a:off x="4295699" y="6060281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endParaRPr sz="15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8"/>
            </p:custDataLst>
          </p:nvPr>
        </p:nvSpPr>
        <p:spPr>
          <a:xfrm>
            <a:off x="4829099" y="6010275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1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9"/>
            </p:custDataLst>
          </p:nvPr>
        </p:nvSpPr>
        <p:spPr>
          <a:xfrm>
            <a:off x="5247640" y="612902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10"/>
            </p:custDataLst>
          </p:nvPr>
        </p:nvSpPr>
        <p:spPr>
          <a:xfrm>
            <a:off x="5438699" y="6060281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计算</a:t>
            </a:r>
            <a:endParaRPr sz="15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1"/>
            </p:custDataLst>
          </p:nvPr>
        </p:nvSpPr>
        <p:spPr>
          <a:xfrm>
            <a:off x="5972099" y="6010275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1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12"/>
            </p:custDataLst>
          </p:nvPr>
        </p:nvSpPr>
        <p:spPr>
          <a:xfrm>
            <a:off x="6390640" y="612902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13"/>
            </p:custDataLst>
          </p:nvPr>
        </p:nvSpPr>
        <p:spPr>
          <a:xfrm>
            <a:off x="6581699" y="6060281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endParaRPr sz="15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7229399" y="6072188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处理流水线</a:t>
            </a:r>
            <a:endParaRPr sz="135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15"/>
            </p:custDataLst>
          </p:nvPr>
        </p:nvSpPr>
        <p:spPr>
          <a:xfrm>
            <a:off x="575945" y="1109345"/>
            <a:ext cx="2324100" cy="4591050"/>
          </a:xfrm>
          <a:custGeom>
            <a:avLst/>
            <a:gdLst>
              <a:gd name="sw" fmla="*/ 1 w 3659"/>
              <a:gd name="sh" fmla="*/ 1 h 7230"/>
              <a:gd name="mins" fmla="min sw sh"/>
              <a:gd name="dsw" fmla="+- 0 sw mins"/>
              <a:gd name="dsh" fmla="+- 0 sh mins"/>
              <a:gd name="p0x0" fmla="*/ 150 w 3659"/>
              <a:gd name="p0y0" fmla="*/ 0 h 7230"/>
              <a:gd name="p0x1" fmla="*/ 3509 w 3659"/>
              <a:gd name="p0y1" fmla="*/ 0 h 7230"/>
              <a:gd name="p0x2" fmla="*/ 3592 w 3659"/>
              <a:gd name="p0y2" fmla="*/ 0 h 7230"/>
              <a:gd name="p0x3" fmla="*/ 3659 w 3659"/>
              <a:gd name="p0y3" fmla="*/ 67 h 7230"/>
              <a:gd name="p0x4" fmla="*/ 3659 w 3659"/>
              <a:gd name="p0y4" fmla="*/ 150 h 7230"/>
              <a:gd name="p0x5" fmla="*/ 3659 w 3659"/>
              <a:gd name="p0y5" fmla="*/ 7080 h 7230"/>
              <a:gd name="p0x6" fmla="*/ 3659 w 3659"/>
              <a:gd name="p0y6" fmla="*/ 7162 h 7230"/>
              <a:gd name="p0x7" fmla="*/ 3592 w 3659"/>
              <a:gd name="p0y7" fmla="*/ 7230 h 7230"/>
              <a:gd name="p0x8" fmla="*/ 3509 w 3659"/>
              <a:gd name="p0y8" fmla="*/ 7230 h 7230"/>
              <a:gd name="p0x9" fmla="*/ 150 w 3659"/>
              <a:gd name="p0y9" fmla="*/ 7230 h 7230"/>
              <a:gd name="p0x10" fmla="*/ 67 w 3659"/>
              <a:gd name="p0y10" fmla="*/ 7230 h 7230"/>
              <a:gd name="p0x11" fmla="*/ 0 w 3659"/>
              <a:gd name="p0y11" fmla="*/ 7162 h 7230"/>
              <a:gd name="p0x12" fmla="*/ 0 w 3659"/>
              <a:gd name="p0y12" fmla="*/ 7080 h 7230"/>
              <a:gd name="p0x13" fmla="*/ 0 w 3659"/>
              <a:gd name="p0y13" fmla="*/ 150 h 7230"/>
              <a:gd name="p0x14" fmla="*/ 0 w 3659"/>
              <a:gd name="p0y14" fmla="*/ 67 h 7230"/>
              <a:gd name="p0x15" fmla="*/ 67 w 3659"/>
              <a:gd name="p0y15" fmla="*/ 0 h 7230"/>
              <a:gd name="p0x16" fmla="*/ 150 w 3659"/>
              <a:gd name="p0y16" fmla="*/ 0 h 72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16"/>
            </p:custDataLst>
          </p:nvPr>
        </p:nvSpPr>
        <p:spPr>
          <a:xfrm>
            <a:off x="1490345" y="208470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7143" b="-7143"/>
          <a:stretch>
            <a:fillRect/>
          </a:stretch>
        </p:blipFill>
        <p:spPr>
          <a:xfrm>
            <a:off x="1585595" y="2179955"/>
            <a:ext cx="304800" cy="304800"/>
          </a:xfrm>
          <a:prstGeom prst="rect">
            <a:avLst/>
          </a:prstGeom>
        </p:spPr>
      </p:pic>
      <p:sp>
        <p:nvSpPr>
          <p:cNvPr id="7" name="任意多边形 6"/>
          <p:cNvSpPr/>
          <p:nvPr>
            <p:custDataLst>
              <p:tags r:id="rId20"/>
            </p:custDataLst>
          </p:nvPr>
        </p:nvSpPr>
        <p:spPr>
          <a:xfrm>
            <a:off x="1528445" y="26943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1"/>
            </p:custDataLst>
          </p:nvPr>
        </p:nvSpPr>
        <p:spPr>
          <a:xfrm>
            <a:off x="1660922" y="276707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2"/>
            </p:custDataLst>
          </p:nvPr>
        </p:nvSpPr>
        <p:spPr>
          <a:xfrm>
            <a:off x="1052436" y="3250940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组件解析器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3"/>
            </p:custDataLst>
          </p:nvPr>
        </p:nvSpPr>
        <p:spPr>
          <a:xfrm>
            <a:off x="829342" y="3574790"/>
            <a:ext cx="1817789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组件树中提取可交互组件信息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4"/>
            </p:custDataLst>
          </p:nvPr>
        </p:nvSpPr>
        <p:spPr>
          <a:xfrm>
            <a:off x="880986" y="4161472"/>
            <a:ext cx="17145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组件类型识别、层级获取、标识建立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25"/>
            </p:custDataLst>
          </p:nvPr>
        </p:nvSpPr>
        <p:spPr>
          <a:xfrm>
            <a:off x="3481070" y="1109345"/>
            <a:ext cx="2324100" cy="4591050"/>
          </a:xfrm>
          <a:custGeom>
            <a:avLst/>
            <a:gdLst>
              <a:gd name="sw" fmla="*/ 1 w 3659"/>
              <a:gd name="sh" fmla="*/ 1 h 7230"/>
              <a:gd name="mins" fmla="min sw sh"/>
              <a:gd name="dsw" fmla="+- 0 sw mins"/>
              <a:gd name="dsh" fmla="+- 0 sh mins"/>
              <a:gd name="p0x0" fmla="*/ 150 w 3659"/>
              <a:gd name="p0y0" fmla="*/ 0 h 7230"/>
              <a:gd name="p0x1" fmla="*/ 3509 w 3659"/>
              <a:gd name="p0y1" fmla="*/ 0 h 7230"/>
              <a:gd name="p0x2" fmla="*/ 3592 w 3659"/>
              <a:gd name="p0y2" fmla="*/ 0 h 7230"/>
              <a:gd name="p0x3" fmla="*/ 3659 w 3659"/>
              <a:gd name="p0y3" fmla="*/ 67 h 7230"/>
              <a:gd name="p0x4" fmla="*/ 3659 w 3659"/>
              <a:gd name="p0y4" fmla="*/ 150 h 7230"/>
              <a:gd name="p0x5" fmla="*/ 3659 w 3659"/>
              <a:gd name="p0y5" fmla="*/ 7080 h 7230"/>
              <a:gd name="p0x6" fmla="*/ 3659 w 3659"/>
              <a:gd name="p0y6" fmla="*/ 7162 h 7230"/>
              <a:gd name="p0x7" fmla="*/ 3592 w 3659"/>
              <a:gd name="p0y7" fmla="*/ 7230 h 7230"/>
              <a:gd name="p0x8" fmla="*/ 3509 w 3659"/>
              <a:gd name="p0y8" fmla="*/ 7230 h 7230"/>
              <a:gd name="p0x9" fmla="*/ 150 w 3659"/>
              <a:gd name="p0y9" fmla="*/ 7230 h 7230"/>
              <a:gd name="p0x10" fmla="*/ 67 w 3659"/>
              <a:gd name="p0y10" fmla="*/ 7230 h 7230"/>
              <a:gd name="p0x11" fmla="*/ 0 w 3659"/>
              <a:gd name="p0y11" fmla="*/ 7162 h 7230"/>
              <a:gd name="p0x12" fmla="*/ 0 w 3659"/>
              <a:gd name="p0y12" fmla="*/ 7080 h 7230"/>
              <a:gd name="p0x13" fmla="*/ 0 w 3659"/>
              <a:gd name="p0y13" fmla="*/ 150 h 7230"/>
              <a:gd name="p0x14" fmla="*/ 0 w 3659"/>
              <a:gd name="p0y14" fmla="*/ 67 h 7230"/>
              <a:gd name="p0x15" fmla="*/ 67 w 3659"/>
              <a:gd name="p0y15" fmla="*/ 0 h 7230"/>
              <a:gd name="p0x16" fmla="*/ 150 w 3659"/>
              <a:gd name="p0y16" fmla="*/ 0 h 72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26"/>
            </p:custDataLst>
          </p:nvPr>
        </p:nvSpPr>
        <p:spPr>
          <a:xfrm>
            <a:off x="4395470" y="222186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4528820" y="2317115"/>
            <a:ext cx="228600" cy="304800"/>
          </a:xfrm>
          <a:prstGeom prst="rect">
            <a:avLst/>
          </a:prstGeom>
        </p:spPr>
      </p:pic>
      <p:sp>
        <p:nvSpPr>
          <p:cNvPr id="16" name="任意多边形 15"/>
          <p:cNvSpPr/>
          <p:nvPr>
            <p:custDataLst>
              <p:tags r:id="rId30"/>
            </p:custDataLst>
          </p:nvPr>
        </p:nvSpPr>
        <p:spPr>
          <a:xfrm>
            <a:off x="4433570" y="28314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31"/>
            </p:custDataLst>
          </p:nvPr>
        </p:nvSpPr>
        <p:spPr>
          <a:xfrm>
            <a:off x="4566047" y="290422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32"/>
            </p:custDataLst>
          </p:nvPr>
        </p:nvSpPr>
        <p:spPr>
          <a:xfrm>
            <a:off x="3728961" y="3388090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优先级计算引擎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33"/>
            </p:custDataLst>
          </p:nvPr>
        </p:nvSpPr>
        <p:spPr>
          <a:xfrm>
            <a:off x="3614661" y="3711940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设计组件优先级计算公式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4"/>
            </p:custDataLst>
          </p:nvPr>
        </p:nvSpPr>
        <p:spPr>
          <a:xfrm>
            <a:off x="3700386" y="4024331"/>
            <a:ext cx="188602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基于组件类型基础优先级与覆盖率反馈动态调整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35"/>
            </p:custDataLst>
          </p:nvPr>
        </p:nvSpPr>
        <p:spPr>
          <a:xfrm>
            <a:off x="6386195" y="1109345"/>
            <a:ext cx="2324100" cy="4591050"/>
          </a:xfrm>
          <a:custGeom>
            <a:avLst/>
            <a:gdLst>
              <a:gd name="sw" fmla="*/ 1 w 3659"/>
              <a:gd name="sh" fmla="*/ 1 h 7230"/>
              <a:gd name="mins" fmla="min sw sh"/>
              <a:gd name="dsw" fmla="+- 0 sw mins"/>
              <a:gd name="dsh" fmla="+- 0 sh mins"/>
              <a:gd name="p0x0" fmla="*/ 150 w 3659"/>
              <a:gd name="p0y0" fmla="*/ 0 h 7230"/>
              <a:gd name="p0x1" fmla="*/ 3509 w 3659"/>
              <a:gd name="p0y1" fmla="*/ 0 h 7230"/>
              <a:gd name="p0x2" fmla="*/ 3592 w 3659"/>
              <a:gd name="p0y2" fmla="*/ 0 h 7230"/>
              <a:gd name="p0x3" fmla="*/ 3659 w 3659"/>
              <a:gd name="p0y3" fmla="*/ 67 h 7230"/>
              <a:gd name="p0x4" fmla="*/ 3659 w 3659"/>
              <a:gd name="p0y4" fmla="*/ 150 h 7230"/>
              <a:gd name="p0x5" fmla="*/ 3659 w 3659"/>
              <a:gd name="p0y5" fmla="*/ 7080 h 7230"/>
              <a:gd name="p0x6" fmla="*/ 3659 w 3659"/>
              <a:gd name="p0y6" fmla="*/ 7162 h 7230"/>
              <a:gd name="p0x7" fmla="*/ 3592 w 3659"/>
              <a:gd name="p0y7" fmla="*/ 7230 h 7230"/>
              <a:gd name="p0x8" fmla="*/ 3509 w 3659"/>
              <a:gd name="p0y8" fmla="*/ 7230 h 7230"/>
              <a:gd name="p0x9" fmla="*/ 150 w 3659"/>
              <a:gd name="p0y9" fmla="*/ 7230 h 7230"/>
              <a:gd name="p0x10" fmla="*/ 67 w 3659"/>
              <a:gd name="p0y10" fmla="*/ 7230 h 7230"/>
              <a:gd name="p0x11" fmla="*/ 0 w 3659"/>
              <a:gd name="p0y11" fmla="*/ 7162 h 7230"/>
              <a:gd name="p0x12" fmla="*/ 0 w 3659"/>
              <a:gd name="p0y12" fmla="*/ 7080 h 7230"/>
              <a:gd name="p0x13" fmla="*/ 0 w 3659"/>
              <a:gd name="p0y13" fmla="*/ 150 h 7230"/>
              <a:gd name="p0x14" fmla="*/ 0 w 3659"/>
              <a:gd name="p0y14" fmla="*/ 67 h 7230"/>
              <a:gd name="p0x15" fmla="*/ 67 w 3659"/>
              <a:gd name="p0y15" fmla="*/ 0 h 7230"/>
              <a:gd name="p0x16" fmla="*/ 150 w 3659"/>
              <a:gd name="p0y16" fmla="*/ 0 h 72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36"/>
            </p:custDataLst>
          </p:nvPr>
        </p:nvSpPr>
        <p:spPr>
          <a:xfrm>
            <a:off x="7300595" y="208470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7395845" y="2179955"/>
            <a:ext cx="304800" cy="304800"/>
          </a:xfrm>
          <a:prstGeom prst="rect">
            <a:avLst/>
          </a:prstGeom>
        </p:spPr>
      </p:pic>
      <p:sp>
        <p:nvSpPr>
          <p:cNvPr id="25" name="任意多边形 24"/>
          <p:cNvSpPr/>
          <p:nvPr>
            <p:custDataLst>
              <p:tags r:id="rId40"/>
            </p:custDataLst>
          </p:nvPr>
        </p:nvSpPr>
        <p:spPr>
          <a:xfrm>
            <a:off x="7338695" y="26943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41"/>
            </p:custDataLst>
          </p:nvPr>
        </p:nvSpPr>
        <p:spPr>
          <a:xfrm>
            <a:off x="7471172" y="276707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42"/>
            </p:custDataLst>
          </p:nvPr>
        </p:nvSpPr>
        <p:spPr>
          <a:xfrm>
            <a:off x="6862687" y="3250940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事件采样器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43"/>
            </p:custDataLst>
          </p:nvPr>
        </p:nvSpPr>
        <p:spPr>
          <a:xfrm>
            <a:off x="6605512" y="3574790"/>
            <a:ext cx="188602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改造事件生成逻辑，从固定策略改为按权重采样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44"/>
            </p:custDataLst>
          </p:nvPr>
        </p:nvSpPr>
        <p:spPr>
          <a:xfrm>
            <a:off x="6658346" y="4161472"/>
            <a:ext cx="178035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ε-greedy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策略，平衡探索与利用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45"/>
            </p:custDataLst>
          </p:nvPr>
        </p:nvSpPr>
        <p:spPr>
          <a:xfrm>
            <a:off x="9291320" y="1109345"/>
            <a:ext cx="2324100" cy="4591050"/>
          </a:xfrm>
          <a:custGeom>
            <a:avLst/>
            <a:gdLst>
              <a:gd name="sw" fmla="*/ 1 w 3659"/>
              <a:gd name="sh" fmla="*/ 1 h 7230"/>
              <a:gd name="mins" fmla="min sw sh"/>
              <a:gd name="dsw" fmla="+- 0 sw mins"/>
              <a:gd name="dsh" fmla="+- 0 sh mins"/>
              <a:gd name="p0x0" fmla="*/ 150 w 3659"/>
              <a:gd name="p0y0" fmla="*/ 0 h 7230"/>
              <a:gd name="p0x1" fmla="*/ 3509 w 3659"/>
              <a:gd name="p0y1" fmla="*/ 0 h 7230"/>
              <a:gd name="p0x2" fmla="*/ 3592 w 3659"/>
              <a:gd name="p0y2" fmla="*/ 0 h 7230"/>
              <a:gd name="p0x3" fmla="*/ 3659 w 3659"/>
              <a:gd name="p0y3" fmla="*/ 67 h 7230"/>
              <a:gd name="p0x4" fmla="*/ 3659 w 3659"/>
              <a:gd name="p0y4" fmla="*/ 150 h 7230"/>
              <a:gd name="p0x5" fmla="*/ 3659 w 3659"/>
              <a:gd name="p0y5" fmla="*/ 7080 h 7230"/>
              <a:gd name="p0x6" fmla="*/ 3659 w 3659"/>
              <a:gd name="p0y6" fmla="*/ 7162 h 7230"/>
              <a:gd name="p0x7" fmla="*/ 3592 w 3659"/>
              <a:gd name="p0y7" fmla="*/ 7230 h 7230"/>
              <a:gd name="p0x8" fmla="*/ 3509 w 3659"/>
              <a:gd name="p0y8" fmla="*/ 7230 h 7230"/>
              <a:gd name="p0x9" fmla="*/ 150 w 3659"/>
              <a:gd name="p0y9" fmla="*/ 7230 h 7230"/>
              <a:gd name="p0x10" fmla="*/ 67 w 3659"/>
              <a:gd name="p0y10" fmla="*/ 7230 h 7230"/>
              <a:gd name="p0x11" fmla="*/ 0 w 3659"/>
              <a:gd name="p0y11" fmla="*/ 7162 h 7230"/>
              <a:gd name="p0x12" fmla="*/ 0 w 3659"/>
              <a:gd name="p0y12" fmla="*/ 7080 h 7230"/>
              <a:gd name="p0x13" fmla="*/ 0 w 3659"/>
              <a:gd name="p0y13" fmla="*/ 150 h 7230"/>
              <a:gd name="p0x14" fmla="*/ 0 w 3659"/>
              <a:gd name="p0y14" fmla="*/ 67 h 7230"/>
              <a:gd name="p0x15" fmla="*/ 67 w 3659"/>
              <a:gd name="p0y15" fmla="*/ 0 h 7230"/>
              <a:gd name="p0x16" fmla="*/ 150 w 3659"/>
              <a:gd name="p0y16" fmla="*/ 0 h 72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46"/>
            </p:custDataLst>
          </p:nvPr>
        </p:nvSpPr>
        <p:spPr>
          <a:xfrm>
            <a:off x="10205720" y="222186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10300970" y="2317115"/>
            <a:ext cx="304800" cy="304800"/>
          </a:xfrm>
          <a:prstGeom prst="rect">
            <a:avLst/>
          </a:prstGeom>
        </p:spPr>
      </p:pic>
      <p:sp>
        <p:nvSpPr>
          <p:cNvPr id="34" name="任意多边形 33"/>
          <p:cNvSpPr/>
          <p:nvPr>
            <p:custDataLst>
              <p:tags r:id="rId48"/>
            </p:custDataLst>
          </p:nvPr>
        </p:nvSpPr>
        <p:spPr>
          <a:xfrm>
            <a:off x="10243820" y="28314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9"/>
            </p:custDataLst>
          </p:nvPr>
        </p:nvSpPr>
        <p:spPr>
          <a:xfrm>
            <a:off x="10376297" y="290422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50"/>
            </p:custDataLst>
          </p:nvPr>
        </p:nvSpPr>
        <p:spPr>
          <a:xfrm>
            <a:off x="9615936" y="3388090"/>
            <a:ext cx="1675428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反馈闭环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51"/>
            </p:custDataLst>
          </p:nvPr>
        </p:nvSpPr>
        <p:spPr>
          <a:xfrm>
            <a:off x="9533182" y="3711940"/>
            <a:ext cx="18409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定期向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查询覆盖率摘要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2"/>
            </p:custDataLst>
          </p:nvPr>
        </p:nvSpPr>
        <p:spPr>
          <a:xfrm>
            <a:off x="9424912" y="4298623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根据反馈更新优先级权重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2809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组件优先级计算机制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"/>
            </p:custDataLst>
          </p:nvPr>
        </p:nvSpPr>
        <p:spPr>
          <a:xfrm>
            <a:off x="6797675" y="1520190"/>
            <a:ext cx="1472565" cy="1028700"/>
          </a:xfrm>
          <a:custGeom>
            <a:avLst/>
            <a:gdLst>
              <a:gd name="sw" fmla="*/ 1 w 2319"/>
              <a:gd name="sh" fmla="*/ 1 h 1620"/>
              <a:gd name="mins" fmla="min sw sh"/>
              <a:gd name="dsw" fmla="+- 0 sw mins"/>
              <a:gd name="dsh" fmla="+- 0 sh mins"/>
              <a:gd name="p0x0" fmla="*/ 150 w 2319"/>
              <a:gd name="p0y0" fmla="*/ 0 h 1620"/>
              <a:gd name="p0x1" fmla="*/ 2169 w 2319"/>
              <a:gd name="p0y1" fmla="*/ 0 h 1620"/>
              <a:gd name="p0x2" fmla="*/ 2251 w 2319"/>
              <a:gd name="p0y2" fmla="*/ 0 h 1620"/>
              <a:gd name="p0x3" fmla="*/ 2319 w 2319"/>
              <a:gd name="p0y3" fmla="*/ 67 h 1620"/>
              <a:gd name="p0x4" fmla="*/ 2319 w 2319"/>
              <a:gd name="p0y4" fmla="*/ 150 h 1620"/>
              <a:gd name="p0x5" fmla="*/ 2319 w 2319"/>
              <a:gd name="p0y5" fmla="*/ 1470 h 1620"/>
              <a:gd name="p0x6" fmla="*/ 2319 w 2319"/>
              <a:gd name="p0y6" fmla="*/ 1552 h 1620"/>
              <a:gd name="p0x7" fmla="*/ 2251 w 2319"/>
              <a:gd name="p0y7" fmla="*/ 1620 h 1620"/>
              <a:gd name="p0x8" fmla="*/ 2169 w 2319"/>
              <a:gd name="p0y8" fmla="*/ 1620 h 1620"/>
              <a:gd name="p0x9" fmla="*/ 150 w 2319"/>
              <a:gd name="p0y9" fmla="*/ 1620 h 1620"/>
              <a:gd name="p0x10" fmla="*/ 67 w 2319"/>
              <a:gd name="p0y10" fmla="*/ 1620 h 1620"/>
              <a:gd name="p0x11" fmla="*/ 0 w 2319"/>
              <a:gd name="p0y11" fmla="*/ 1552 h 1620"/>
              <a:gd name="p0x12" fmla="*/ 0 w 2319"/>
              <a:gd name="p0y12" fmla="*/ 1470 h 1620"/>
              <a:gd name="p0x13" fmla="*/ 0 w 2319"/>
              <a:gd name="p0y13" fmla="*/ 150 h 1620"/>
              <a:gd name="p0x14" fmla="*/ 0 w 2319"/>
              <a:gd name="p0y14" fmla="*/ 67 h 1620"/>
              <a:gd name="p0x15" fmla="*/ 67 w 2319"/>
              <a:gd name="p0y15" fmla="*/ 0 h 1620"/>
              <a:gd name="p0x16" fmla="*/ 150 w 2319"/>
              <a:gd name="p0y16" fmla="*/ 0 h 16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7099249" y="1639272"/>
            <a:ext cx="1289228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O(n)</a:t>
            </a:r>
            <a:endParaRPr sz="3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7153275" y="2229822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C7F9A"/>
                </a:solidFill>
                <a:latin typeface="微软雅黑" panose="020B0503020204020204" charset="-122"/>
                <a:ea typeface="微软雅黑" panose="020B0503020204020204" charset="-122"/>
              </a:rPr>
              <a:t>公式复杂度</a:t>
            </a:r>
            <a:endParaRPr sz="1200">
              <a:solidFill>
                <a:srgbClr val="6C7F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5"/>
            </p:custDataLst>
          </p:nvPr>
        </p:nvSpPr>
        <p:spPr>
          <a:xfrm>
            <a:off x="8470265" y="1520190"/>
            <a:ext cx="1472565" cy="1028700"/>
          </a:xfrm>
          <a:custGeom>
            <a:avLst/>
            <a:gdLst>
              <a:gd name="sw" fmla="*/ 1 w 2319"/>
              <a:gd name="sh" fmla="*/ 1 h 1620"/>
              <a:gd name="mins" fmla="min sw sh"/>
              <a:gd name="dsw" fmla="+- 0 sw mins"/>
              <a:gd name="dsh" fmla="+- 0 sh mins"/>
              <a:gd name="p0x0" fmla="*/ 150 w 2319"/>
              <a:gd name="p0y0" fmla="*/ 0 h 1620"/>
              <a:gd name="p0x1" fmla="*/ 2169 w 2319"/>
              <a:gd name="p0y1" fmla="*/ 0 h 1620"/>
              <a:gd name="p0x2" fmla="*/ 2251 w 2319"/>
              <a:gd name="p0y2" fmla="*/ 0 h 1620"/>
              <a:gd name="p0x3" fmla="*/ 2319 w 2319"/>
              <a:gd name="p0y3" fmla="*/ 67 h 1620"/>
              <a:gd name="p0x4" fmla="*/ 2319 w 2319"/>
              <a:gd name="p0y4" fmla="*/ 150 h 1620"/>
              <a:gd name="p0x5" fmla="*/ 2319 w 2319"/>
              <a:gd name="p0y5" fmla="*/ 1470 h 1620"/>
              <a:gd name="p0x6" fmla="*/ 2319 w 2319"/>
              <a:gd name="p0y6" fmla="*/ 1552 h 1620"/>
              <a:gd name="p0x7" fmla="*/ 2251 w 2319"/>
              <a:gd name="p0y7" fmla="*/ 1620 h 1620"/>
              <a:gd name="p0x8" fmla="*/ 2169 w 2319"/>
              <a:gd name="p0y8" fmla="*/ 1620 h 1620"/>
              <a:gd name="p0x9" fmla="*/ 150 w 2319"/>
              <a:gd name="p0y9" fmla="*/ 1620 h 1620"/>
              <a:gd name="p0x10" fmla="*/ 67 w 2319"/>
              <a:gd name="p0y10" fmla="*/ 1620 h 1620"/>
              <a:gd name="p0x11" fmla="*/ 0 w 2319"/>
              <a:gd name="p0y11" fmla="*/ 1552 h 1620"/>
              <a:gd name="p0x12" fmla="*/ 0 w 2319"/>
              <a:gd name="p0y12" fmla="*/ 1470 h 1620"/>
              <a:gd name="p0x13" fmla="*/ 0 w 2319"/>
              <a:gd name="p0y13" fmla="*/ 150 h 1620"/>
              <a:gd name="p0x14" fmla="*/ 0 w 2319"/>
              <a:gd name="p0y14" fmla="*/ 67 h 1620"/>
              <a:gd name="p0x15" fmla="*/ 67 w 2319"/>
              <a:gd name="p0y15" fmla="*/ 0 h 1620"/>
              <a:gd name="p0x16" fmla="*/ 150 w 2319"/>
              <a:gd name="p0y16" fmla="*/ 0 h 16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9068991" y="1639272"/>
            <a:ext cx="694877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α</a:t>
            </a:r>
            <a:endParaRPr sz="3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8749684" y="2229822"/>
            <a:ext cx="1066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C7F9A"/>
                </a:solidFill>
                <a:latin typeface="微软雅黑" panose="020B0503020204020204" charset="-122"/>
                <a:ea typeface="微软雅黑" panose="020B0503020204020204" charset="-122"/>
              </a:rPr>
              <a:t>反馈强度系数</a:t>
            </a:r>
            <a:endParaRPr sz="1200">
              <a:solidFill>
                <a:srgbClr val="6C7F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8"/>
            </p:custDataLst>
          </p:nvPr>
        </p:nvSpPr>
        <p:spPr>
          <a:xfrm>
            <a:off x="10142855" y="1520190"/>
            <a:ext cx="1472565" cy="1028700"/>
          </a:xfrm>
          <a:custGeom>
            <a:avLst/>
            <a:gdLst>
              <a:gd name="sw" fmla="*/ 1 w 2319"/>
              <a:gd name="sh" fmla="*/ 1 h 1620"/>
              <a:gd name="mins" fmla="min sw sh"/>
              <a:gd name="dsw" fmla="+- 0 sw mins"/>
              <a:gd name="dsh" fmla="+- 0 sh mins"/>
              <a:gd name="p0x0" fmla="*/ 150 w 2319"/>
              <a:gd name="p0y0" fmla="*/ 0 h 1620"/>
              <a:gd name="p0x1" fmla="*/ 2169 w 2319"/>
              <a:gd name="p0y1" fmla="*/ 0 h 1620"/>
              <a:gd name="p0x2" fmla="*/ 2251 w 2319"/>
              <a:gd name="p0y2" fmla="*/ 0 h 1620"/>
              <a:gd name="p0x3" fmla="*/ 2319 w 2319"/>
              <a:gd name="p0y3" fmla="*/ 67 h 1620"/>
              <a:gd name="p0x4" fmla="*/ 2319 w 2319"/>
              <a:gd name="p0y4" fmla="*/ 150 h 1620"/>
              <a:gd name="p0x5" fmla="*/ 2319 w 2319"/>
              <a:gd name="p0y5" fmla="*/ 1470 h 1620"/>
              <a:gd name="p0x6" fmla="*/ 2319 w 2319"/>
              <a:gd name="p0y6" fmla="*/ 1552 h 1620"/>
              <a:gd name="p0x7" fmla="*/ 2251 w 2319"/>
              <a:gd name="p0y7" fmla="*/ 1620 h 1620"/>
              <a:gd name="p0x8" fmla="*/ 2169 w 2319"/>
              <a:gd name="p0y8" fmla="*/ 1620 h 1620"/>
              <a:gd name="p0x9" fmla="*/ 150 w 2319"/>
              <a:gd name="p0y9" fmla="*/ 1620 h 1620"/>
              <a:gd name="p0x10" fmla="*/ 67 w 2319"/>
              <a:gd name="p0y10" fmla="*/ 1620 h 1620"/>
              <a:gd name="p0x11" fmla="*/ 0 w 2319"/>
              <a:gd name="p0y11" fmla="*/ 1552 h 1620"/>
              <a:gd name="p0x12" fmla="*/ 0 w 2319"/>
              <a:gd name="p0y12" fmla="*/ 1470 h 1620"/>
              <a:gd name="p0x13" fmla="*/ 0 w 2319"/>
              <a:gd name="p0y13" fmla="*/ 150 h 1620"/>
              <a:gd name="p0x14" fmla="*/ 0 w 2319"/>
              <a:gd name="p0y14" fmla="*/ 67 h 1620"/>
              <a:gd name="p0x15" fmla="*/ 67 w 2319"/>
              <a:gd name="p0y15" fmla="*/ 0 h 1620"/>
              <a:gd name="p0x16" fmla="*/ 150 w 2319"/>
              <a:gd name="p0y16" fmla="*/ 0 h 16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10755430" y="1639272"/>
            <a:ext cx="667274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ε</a:t>
            </a:r>
            <a:endParaRPr sz="3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10498483" y="2229822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C7F9A"/>
                </a:solidFill>
                <a:latin typeface="微软雅黑" panose="020B0503020204020204" charset="-122"/>
                <a:ea typeface="微软雅黑" panose="020B0503020204020204" charset="-122"/>
              </a:rPr>
              <a:t>小常数保护</a:t>
            </a:r>
            <a:endParaRPr sz="1200">
              <a:solidFill>
                <a:srgbClr val="6C7F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11"/>
            </p:custDataLst>
          </p:nvPr>
        </p:nvSpPr>
        <p:spPr>
          <a:xfrm>
            <a:off x="6797675" y="3311525"/>
            <a:ext cx="4817745" cy="907415"/>
          </a:xfrm>
          <a:custGeom>
            <a:avLst/>
            <a:gdLst>
              <a:gd name="sw" fmla="*/ 1 w 7586"/>
              <a:gd name="sh" fmla="*/ 1 h 1428"/>
              <a:gd name="mins" fmla="min sw sh"/>
              <a:gd name="dsw" fmla="+- 0 sw mins"/>
              <a:gd name="dsh" fmla="+- 0 sh mins"/>
              <a:gd name="p0x0" fmla="*/ 150 w 7586"/>
              <a:gd name="p0y0" fmla="*/ 0 h 1428"/>
              <a:gd name="p0x1" fmla="*/ 7436 w 7586"/>
              <a:gd name="p0y1" fmla="*/ 0 h 1428"/>
              <a:gd name="p0x2" fmla="*/ 7519 w 7586"/>
              <a:gd name="p0y2" fmla="*/ 0 h 1428"/>
              <a:gd name="p0x3" fmla="*/ 7586 w 7586"/>
              <a:gd name="p0y3" fmla="*/ 67 h 1428"/>
              <a:gd name="p0x4" fmla="*/ 7586 w 7586"/>
              <a:gd name="p0y4" fmla="*/ 150 h 1428"/>
              <a:gd name="p0x5" fmla="*/ 7586 w 7586"/>
              <a:gd name="p0y5" fmla="*/ 1278 h 1428"/>
              <a:gd name="p0x6" fmla="*/ 7586 w 7586"/>
              <a:gd name="p0y6" fmla="*/ 1361 h 1428"/>
              <a:gd name="p0x7" fmla="*/ 7519 w 7586"/>
              <a:gd name="p0y7" fmla="*/ 1428 h 1428"/>
              <a:gd name="p0x8" fmla="*/ 7436 w 7586"/>
              <a:gd name="p0y8" fmla="*/ 1428 h 1428"/>
              <a:gd name="p0x9" fmla="*/ 150 w 7586"/>
              <a:gd name="p0y9" fmla="*/ 1428 h 1428"/>
              <a:gd name="p0x10" fmla="*/ 67 w 7586"/>
              <a:gd name="p0y10" fmla="*/ 1428 h 1428"/>
              <a:gd name="p0x11" fmla="*/ 0 w 7586"/>
              <a:gd name="p0y11" fmla="*/ 1361 h 1428"/>
              <a:gd name="p0x12" fmla="*/ 0 w 7586"/>
              <a:gd name="p0y12" fmla="*/ 1278 h 1428"/>
              <a:gd name="p0x13" fmla="*/ 0 w 7586"/>
              <a:gd name="p0y13" fmla="*/ 150 h 1428"/>
              <a:gd name="p0x14" fmla="*/ 0 w 7586"/>
              <a:gd name="p0y14" fmla="*/ 67 h 1428"/>
              <a:gd name="p0x15" fmla="*/ 67 w 7586"/>
              <a:gd name="p0y15" fmla="*/ 0 h 1428"/>
              <a:gd name="p0x16" fmla="*/ 150 w 7586"/>
              <a:gd name="p0y16" fmla="*/ 0 h 1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12"/>
            </p:custDataLst>
          </p:nvPr>
        </p:nvSpPr>
        <p:spPr>
          <a:xfrm>
            <a:off x="6955155" y="35560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7040880" y="3636645"/>
            <a:ext cx="247650" cy="2527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7526683" y="3367907"/>
            <a:ext cx="3931892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基础优先级映射逻辑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7"/>
            </p:custDataLst>
          </p:nvPr>
        </p:nvSpPr>
        <p:spPr>
          <a:xfrm>
            <a:off x="7526683" y="3706044"/>
            <a:ext cx="3988813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提交类、支付、权限请求为最高级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；导航、列表项为高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；输入组件为中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(1.5)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；辅助功能为低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(0.5)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18"/>
            </p:custDataLst>
          </p:nvPr>
        </p:nvSpPr>
        <p:spPr>
          <a:xfrm>
            <a:off x="6797675" y="4418965"/>
            <a:ext cx="4817745" cy="907415"/>
          </a:xfrm>
          <a:custGeom>
            <a:avLst/>
            <a:gdLst>
              <a:gd name="sw" fmla="*/ 1 w 7586"/>
              <a:gd name="sh" fmla="*/ 1 h 1428"/>
              <a:gd name="mins" fmla="min sw sh"/>
              <a:gd name="dsw" fmla="+- 0 sw mins"/>
              <a:gd name="dsh" fmla="+- 0 sh mins"/>
              <a:gd name="p0x0" fmla="*/ 150 w 7586"/>
              <a:gd name="p0y0" fmla="*/ 0 h 1428"/>
              <a:gd name="p0x1" fmla="*/ 7436 w 7586"/>
              <a:gd name="p0y1" fmla="*/ 0 h 1428"/>
              <a:gd name="p0x2" fmla="*/ 7519 w 7586"/>
              <a:gd name="p0y2" fmla="*/ 0 h 1428"/>
              <a:gd name="p0x3" fmla="*/ 7586 w 7586"/>
              <a:gd name="p0y3" fmla="*/ 67 h 1428"/>
              <a:gd name="p0x4" fmla="*/ 7586 w 7586"/>
              <a:gd name="p0y4" fmla="*/ 150 h 1428"/>
              <a:gd name="p0x5" fmla="*/ 7586 w 7586"/>
              <a:gd name="p0y5" fmla="*/ 1278 h 1428"/>
              <a:gd name="p0x6" fmla="*/ 7586 w 7586"/>
              <a:gd name="p0y6" fmla="*/ 1361 h 1428"/>
              <a:gd name="p0x7" fmla="*/ 7519 w 7586"/>
              <a:gd name="p0y7" fmla="*/ 1428 h 1428"/>
              <a:gd name="p0x8" fmla="*/ 7436 w 7586"/>
              <a:gd name="p0y8" fmla="*/ 1428 h 1428"/>
              <a:gd name="p0x9" fmla="*/ 150 w 7586"/>
              <a:gd name="p0y9" fmla="*/ 1428 h 1428"/>
              <a:gd name="p0x10" fmla="*/ 67 w 7586"/>
              <a:gd name="p0y10" fmla="*/ 1428 h 1428"/>
              <a:gd name="p0x11" fmla="*/ 0 w 7586"/>
              <a:gd name="p0y11" fmla="*/ 1361 h 1428"/>
              <a:gd name="p0x12" fmla="*/ 0 w 7586"/>
              <a:gd name="p0y12" fmla="*/ 1278 h 1428"/>
              <a:gd name="p0x13" fmla="*/ 0 w 7586"/>
              <a:gd name="p0y13" fmla="*/ 150 h 1428"/>
              <a:gd name="p0x14" fmla="*/ 0 w 7586"/>
              <a:gd name="p0y14" fmla="*/ 67 h 1428"/>
              <a:gd name="p0x15" fmla="*/ 67 w 7586"/>
              <a:gd name="p0y15" fmla="*/ 0 h 1428"/>
              <a:gd name="p0x16" fmla="*/ 150 w 7586"/>
              <a:gd name="p0y16" fmla="*/ 0 h 1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19"/>
            </p:custDataLst>
          </p:nvPr>
        </p:nvSpPr>
        <p:spPr>
          <a:xfrm>
            <a:off x="6955155" y="46634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7040880" y="4744085"/>
            <a:ext cx="247650" cy="25273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23"/>
            </p:custDataLst>
          </p:nvPr>
        </p:nvSpPr>
        <p:spPr>
          <a:xfrm>
            <a:off x="7526683" y="4475340"/>
            <a:ext cx="3931892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覆盖率动态调整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24"/>
            </p:custDataLst>
          </p:nvPr>
        </p:nvSpPr>
        <p:spPr>
          <a:xfrm>
            <a:off x="7526683" y="4813478"/>
            <a:ext cx="3931892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覆盖率越低，优先级加成越高；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系数控制反馈强度，建议初始值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25"/>
            </p:custDataLst>
          </p:nvPr>
        </p:nvSpPr>
        <p:spPr>
          <a:xfrm>
            <a:off x="6797675" y="5526405"/>
            <a:ext cx="4817745" cy="907415"/>
          </a:xfrm>
          <a:custGeom>
            <a:avLst/>
            <a:gdLst>
              <a:gd name="sw" fmla="*/ 1 w 7586"/>
              <a:gd name="sh" fmla="*/ 1 h 1428"/>
              <a:gd name="mins" fmla="min sw sh"/>
              <a:gd name="dsw" fmla="+- 0 sw mins"/>
              <a:gd name="dsh" fmla="+- 0 sh mins"/>
              <a:gd name="p0x0" fmla="*/ 150 w 7586"/>
              <a:gd name="p0y0" fmla="*/ 0 h 1428"/>
              <a:gd name="p0x1" fmla="*/ 7436 w 7586"/>
              <a:gd name="p0y1" fmla="*/ 0 h 1428"/>
              <a:gd name="p0x2" fmla="*/ 7519 w 7586"/>
              <a:gd name="p0y2" fmla="*/ 0 h 1428"/>
              <a:gd name="p0x3" fmla="*/ 7586 w 7586"/>
              <a:gd name="p0y3" fmla="*/ 67 h 1428"/>
              <a:gd name="p0x4" fmla="*/ 7586 w 7586"/>
              <a:gd name="p0y4" fmla="*/ 150 h 1428"/>
              <a:gd name="p0x5" fmla="*/ 7586 w 7586"/>
              <a:gd name="p0y5" fmla="*/ 1278 h 1428"/>
              <a:gd name="p0x6" fmla="*/ 7586 w 7586"/>
              <a:gd name="p0y6" fmla="*/ 1361 h 1428"/>
              <a:gd name="p0x7" fmla="*/ 7519 w 7586"/>
              <a:gd name="p0y7" fmla="*/ 1428 h 1428"/>
              <a:gd name="p0x8" fmla="*/ 7436 w 7586"/>
              <a:gd name="p0y8" fmla="*/ 1428 h 1428"/>
              <a:gd name="p0x9" fmla="*/ 150 w 7586"/>
              <a:gd name="p0y9" fmla="*/ 1428 h 1428"/>
              <a:gd name="p0x10" fmla="*/ 67 w 7586"/>
              <a:gd name="p0y10" fmla="*/ 1428 h 1428"/>
              <a:gd name="p0x11" fmla="*/ 0 w 7586"/>
              <a:gd name="p0y11" fmla="*/ 1361 h 1428"/>
              <a:gd name="p0x12" fmla="*/ 0 w 7586"/>
              <a:gd name="p0y12" fmla="*/ 1278 h 1428"/>
              <a:gd name="p0x13" fmla="*/ 0 w 7586"/>
              <a:gd name="p0y13" fmla="*/ 150 h 1428"/>
              <a:gd name="p0x14" fmla="*/ 0 w 7586"/>
              <a:gd name="p0y14" fmla="*/ 67 h 1428"/>
              <a:gd name="p0x15" fmla="*/ 67 w 7586"/>
              <a:gd name="p0y15" fmla="*/ 0 h 1428"/>
              <a:gd name="p0x16" fmla="*/ 150 w 7586"/>
              <a:gd name="p0y16" fmla="*/ 0 h 1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26"/>
            </p:custDataLst>
          </p:nvPr>
        </p:nvSpPr>
        <p:spPr>
          <a:xfrm>
            <a:off x="6955155" y="57708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7040880" y="5851525"/>
            <a:ext cx="247650" cy="25273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30"/>
            </p:custDataLst>
          </p:nvPr>
        </p:nvSpPr>
        <p:spPr>
          <a:xfrm>
            <a:off x="7526683" y="5582764"/>
            <a:ext cx="3931892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防止除零保护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1"/>
            </p:custDataLst>
          </p:nvPr>
        </p:nvSpPr>
        <p:spPr>
          <a:xfrm>
            <a:off x="7526683" y="5920902"/>
            <a:ext cx="3931892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引入小常数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ε(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0.01)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确保分母不为零，保证计算稳定性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2"/>
            </p:custDataLst>
          </p:nvPr>
        </p:nvSpPr>
        <p:spPr>
          <a:xfrm>
            <a:off x="575945" y="995045"/>
            <a:ext cx="5983605" cy="5438775"/>
          </a:xfrm>
          <a:custGeom>
            <a:avLst/>
            <a:gdLst>
              <a:gd name="sw" fmla="*/ 1 w 9423"/>
              <a:gd name="sh" fmla="*/ 1 h 8565"/>
              <a:gd name="mins" fmla="min sw sh"/>
              <a:gd name="dsw" fmla="+- 0 sw mins"/>
              <a:gd name="dsh" fmla="+- 0 sh mins"/>
              <a:gd name="p0x0" fmla="*/ 150 w 9423"/>
              <a:gd name="p0y0" fmla="*/ 0 h 8565"/>
              <a:gd name="p0x1" fmla="*/ 9273 w 9423"/>
              <a:gd name="p0y1" fmla="*/ 0 h 8565"/>
              <a:gd name="p0x2" fmla="*/ 9355 w 9423"/>
              <a:gd name="p0y2" fmla="*/ 0 h 8565"/>
              <a:gd name="p0x3" fmla="*/ 9423 w 9423"/>
              <a:gd name="p0y3" fmla="*/ 67 h 8565"/>
              <a:gd name="p0x4" fmla="*/ 9423 w 9423"/>
              <a:gd name="p0y4" fmla="*/ 150 h 8565"/>
              <a:gd name="p0x5" fmla="*/ 9423 w 9423"/>
              <a:gd name="p0y5" fmla="*/ 8415 h 8565"/>
              <a:gd name="p0x6" fmla="*/ 9423 w 9423"/>
              <a:gd name="p0y6" fmla="*/ 8497 h 8565"/>
              <a:gd name="p0x7" fmla="*/ 9355 w 9423"/>
              <a:gd name="p0y7" fmla="*/ 8565 h 8565"/>
              <a:gd name="p0x8" fmla="*/ 9273 w 9423"/>
              <a:gd name="p0y8" fmla="*/ 8565 h 8565"/>
              <a:gd name="p0x9" fmla="*/ 150 w 9423"/>
              <a:gd name="p0y9" fmla="*/ 8565 h 8565"/>
              <a:gd name="p0x10" fmla="*/ 67 w 9423"/>
              <a:gd name="p0y10" fmla="*/ 8565 h 8565"/>
              <a:gd name="p0x11" fmla="*/ 0 w 9423"/>
              <a:gd name="p0y11" fmla="*/ 8497 h 8565"/>
              <a:gd name="p0x12" fmla="*/ 0 w 9423"/>
              <a:gd name="p0y12" fmla="*/ 8415 h 8565"/>
              <a:gd name="p0x13" fmla="*/ 0 w 9423"/>
              <a:gd name="p0y13" fmla="*/ 150 h 8565"/>
              <a:gd name="p0x14" fmla="*/ 0 w 9423"/>
              <a:gd name="p0y14" fmla="*/ 67 h 8565"/>
              <a:gd name="p0x15" fmla="*/ 67 w 9423"/>
              <a:gd name="p0y15" fmla="*/ 0 h 8565"/>
              <a:gd name="p0x16" fmla="*/ 150 w 9423"/>
              <a:gd name="p0y16" fmla="*/ 0 h 85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3"/>
            </p:custDataLst>
          </p:nvPr>
        </p:nvSpPr>
        <p:spPr>
          <a:xfrm>
            <a:off x="2634634" y="1190625"/>
            <a:ext cx="21336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优先级计算公式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4"/>
            </p:custDataLst>
          </p:nvPr>
        </p:nvSpPr>
        <p:spPr>
          <a:xfrm>
            <a:off x="771525" y="1751781"/>
            <a:ext cx="5593109" cy="1114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 spc="6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sz="3845" b="1" spc="60" baseline="-250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sz="3000" b="1" spc="6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= P</a:t>
            </a:r>
            <a:r>
              <a:rPr sz="3845" b="1" spc="60" baseline="-250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base</a:t>
            </a:r>
            <a:r>
              <a:rPr sz="3000" b="1" spc="6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(type</a:t>
            </a:r>
            <a:r>
              <a:rPr sz="3845" b="1" spc="60" baseline="-250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sz="3000" b="1" spc="6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 sz="3000" b="1" spc="6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3000" b="1" spc="6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 + α </a:t>
            </a:r>
            <a:r>
              <a:rPr lang="zh-CN" altLang="en-US" sz="3000" b="1" spc="6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3000" b="1" spc="6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(1 - C</a:t>
            </a:r>
            <a:r>
              <a:rPr sz="3845" b="1" spc="60" baseline="-250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ov_i</a:t>
            </a:r>
            <a:r>
              <a:rPr sz="3000" b="1" spc="6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) + ε)</a:t>
            </a:r>
            <a:endParaRPr sz="3000" b="1" spc="6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35"/>
            </p:custDataLst>
          </p:nvPr>
        </p:nvSpPr>
        <p:spPr>
          <a:xfrm>
            <a:off x="771525" y="3069590"/>
            <a:ext cx="5593080" cy="513715"/>
          </a:xfrm>
          <a:custGeom>
            <a:avLst/>
            <a:gdLst>
              <a:gd name="sw" fmla="*/ 1 w 8808"/>
              <a:gd name="sh" fmla="*/ 1 h 809"/>
              <a:gd name="mins" fmla="min sw sh"/>
              <a:gd name="dsw" fmla="+- 0 sw mins"/>
              <a:gd name="dsh" fmla="+- 0 sh mins"/>
              <a:gd name="p0x0" fmla="*/ 150 w 8808"/>
              <a:gd name="p0y0" fmla="*/ 0 h 809"/>
              <a:gd name="p0x1" fmla="*/ 8658 w 8808"/>
              <a:gd name="p0y1" fmla="*/ 0 h 809"/>
              <a:gd name="p0x2" fmla="*/ 8740 w 8808"/>
              <a:gd name="p0y2" fmla="*/ 0 h 809"/>
              <a:gd name="p0x3" fmla="*/ 8808 w 8808"/>
              <a:gd name="p0y3" fmla="*/ 67 h 809"/>
              <a:gd name="p0x4" fmla="*/ 8808 w 8808"/>
              <a:gd name="p0y4" fmla="*/ 150 h 809"/>
              <a:gd name="p0x5" fmla="*/ 8808 w 8808"/>
              <a:gd name="p0y5" fmla="*/ 659 h 809"/>
              <a:gd name="p0x6" fmla="*/ 8808 w 8808"/>
              <a:gd name="p0y6" fmla="*/ 741 h 809"/>
              <a:gd name="p0x7" fmla="*/ 8740 w 8808"/>
              <a:gd name="p0y7" fmla="*/ 809 h 809"/>
              <a:gd name="p0x8" fmla="*/ 8658 w 8808"/>
              <a:gd name="p0y8" fmla="*/ 809 h 809"/>
              <a:gd name="p0x9" fmla="*/ 150 w 8808"/>
              <a:gd name="p0y9" fmla="*/ 809 h 809"/>
              <a:gd name="p0x10" fmla="*/ 67 w 8808"/>
              <a:gd name="p0y10" fmla="*/ 809 h 809"/>
              <a:gd name="p0x11" fmla="*/ 0 w 8808"/>
              <a:gd name="p0y11" fmla="*/ 741 h 809"/>
              <a:gd name="p0x12" fmla="*/ 0 w 8808"/>
              <a:gd name="p0y12" fmla="*/ 659 h 809"/>
              <a:gd name="p0x13" fmla="*/ 0 w 8808"/>
              <a:gd name="p0y13" fmla="*/ 150 h 809"/>
              <a:gd name="p0x14" fmla="*/ 0 w 8808"/>
              <a:gd name="p0y14" fmla="*/ 67 h 809"/>
              <a:gd name="p0x15" fmla="*/ 67 w 8808"/>
              <a:gd name="p0y15" fmla="*/ 0 h 809"/>
              <a:gd name="p0x16" fmla="*/ 150 w 8808"/>
              <a:gd name="p0y16" fmla="*/ 0 h 8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6"/>
            </p:custDataLst>
          </p:nvPr>
        </p:nvSpPr>
        <p:spPr>
          <a:xfrm>
            <a:off x="885825" y="3128886"/>
            <a:ext cx="1744485" cy="3961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sz="2690" b="1" baseline="-250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base</a:t>
            </a: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(type</a:t>
            </a:r>
            <a:r>
              <a:rPr sz="2690" b="1" baseline="-250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7"/>
            </p:custDataLst>
          </p:nvPr>
        </p:nvSpPr>
        <p:spPr>
          <a:xfrm>
            <a:off x="2477910" y="3200771"/>
            <a:ext cx="2476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基于组件类型的基础优先级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38"/>
            </p:custDataLst>
          </p:nvPr>
        </p:nvSpPr>
        <p:spPr>
          <a:xfrm>
            <a:off x="771525" y="3659505"/>
            <a:ext cx="5593080" cy="513715"/>
          </a:xfrm>
          <a:custGeom>
            <a:avLst/>
            <a:gdLst>
              <a:gd name="sw" fmla="*/ 1 w 8808"/>
              <a:gd name="sh" fmla="*/ 1 h 809"/>
              <a:gd name="mins" fmla="min sw sh"/>
              <a:gd name="dsw" fmla="+- 0 sw mins"/>
              <a:gd name="dsh" fmla="+- 0 sh mins"/>
              <a:gd name="p0x0" fmla="*/ 150 w 8808"/>
              <a:gd name="p0y0" fmla="*/ 0 h 809"/>
              <a:gd name="p0x1" fmla="*/ 8658 w 8808"/>
              <a:gd name="p0y1" fmla="*/ 0 h 809"/>
              <a:gd name="p0x2" fmla="*/ 8740 w 8808"/>
              <a:gd name="p0y2" fmla="*/ 0 h 809"/>
              <a:gd name="p0x3" fmla="*/ 8808 w 8808"/>
              <a:gd name="p0y3" fmla="*/ 67 h 809"/>
              <a:gd name="p0x4" fmla="*/ 8808 w 8808"/>
              <a:gd name="p0y4" fmla="*/ 150 h 809"/>
              <a:gd name="p0x5" fmla="*/ 8808 w 8808"/>
              <a:gd name="p0y5" fmla="*/ 659 h 809"/>
              <a:gd name="p0x6" fmla="*/ 8808 w 8808"/>
              <a:gd name="p0y6" fmla="*/ 741 h 809"/>
              <a:gd name="p0x7" fmla="*/ 8740 w 8808"/>
              <a:gd name="p0y7" fmla="*/ 809 h 809"/>
              <a:gd name="p0x8" fmla="*/ 8658 w 8808"/>
              <a:gd name="p0y8" fmla="*/ 809 h 809"/>
              <a:gd name="p0x9" fmla="*/ 150 w 8808"/>
              <a:gd name="p0y9" fmla="*/ 809 h 809"/>
              <a:gd name="p0x10" fmla="*/ 67 w 8808"/>
              <a:gd name="p0y10" fmla="*/ 809 h 809"/>
              <a:gd name="p0x11" fmla="*/ 0 w 8808"/>
              <a:gd name="p0y11" fmla="*/ 741 h 809"/>
              <a:gd name="p0x12" fmla="*/ 0 w 8808"/>
              <a:gd name="p0y12" fmla="*/ 659 h 809"/>
              <a:gd name="p0x13" fmla="*/ 0 w 8808"/>
              <a:gd name="p0y13" fmla="*/ 150 h 809"/>
              <a:gd name="p0x14" fmla="*/ 0 w 8808"/>
              <a:gd name="p0y14" fmla="*/ 67 h 809"/>
              <a:gd name="p0x15" fmla="*/ 67 w 8808"/>
              <a:gd name="p0y15" fmla="*/ 0 h 809"/>
              <a:gd name="p0x16" fmla="*/ 150 w 8808"/>
              <a:gd name="p0y16" fmla="*/ 0 h 8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39"/>
            </p:custDataLst>
          </p:nvPr>
        </p:nvSpPr>
        <p:spPr>
          <a:xfrm>
            <a:off x="885825" y="3718846"/>
            <a:ext cx="889254" cy="3961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sz="2690" b="1" baseline="-250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ov_i</a:t>
            </a:r>
            <a:endParaRPr sz="2690" b="1" baseline="-250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0"/>
            </p:custDataLst>
          </p:nvPr>
        </p:nvSpPr>
        <p:spPr>
          <a:xfrm>
            <a:off x="2143125" y="3790731"/>
            <a:ext cx="379042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该组件关联代码的当前覆盖率（取值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0~1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41"/>
            </p:custDataLst>
          </p:nvPr>
        </p:nvSpPr>
        <p:spPr>
          <a:xfrm>
            <a:off x="771525" y="4249420"/>
            <a:ext cx="5593080" cy="474345"/>
          </a:xfrm>
          <a:custGeom>
            <a:avLst/>
            <a:gdLst>
              <a:gd name="sw" fmla="*/ 1 w 8808"/>
              <a:gd name="sh" fmla="*/ 1 h 746"/>
              <a:gd name="mins" fmla="min sw sh"/>
              <a:gd name="dsw" fmla="+- 0 sw mins"/>
              <a:gd name="dsh" fmla="+- 0 sh mins"/>
              <a:gd name="p0x0" fmla="*/ 150 w 8808"/>
              <a:gd name="p0y0" fmla="*/ 0 h 746"/>
              <a:gd name="p0x1" fmla="*/ 8658 w 8808"/>
              <a:gd name="p0y1" fmla="*/ 0 h 746"/>
              <a:gd name="p0x2" fmla="*/ 8740 w 8808"/>
              <a:gd name="p0y2" fmla="*/ 0 h 746"/>
              <a:gd name="p0x3" fmla="*/ 8808 w 8808"/>
              <a:gd name="p0y3" fmla="*/ 67 h 746"/>
              <a:gd name="p0x4" fmla="*/ 8808 w 8808"/>
              <a:gd name="p0y4" fmla="*/ 150 h 746"/>
              <a:gd name="p0x5" fmla="*/ 8808 w 8808"/>
              <a:gd name="p0y5" fmla="*/ 596 h 746"/>
              <a:gd name="p0x6" fmla="*/ 8808 w 8808"/>
              <a:gd name="p0y6" fmla="*/ 679 h 746"/>
              <a:gd name="p0x7" fmla="*/ 8740 w 8808"/>
              <a:gd name="p0y7" fmla="*/ 746 h 746"/>
              <a:gd name="p0x8" fmla="*/ 8658 w 8808"/>
              <a:gd name="p0y8" fmla="*/ 746 h 746"/>
              <a:gd name="p0x9" fmla="*/ 150 w 8808"/>
              <a:gd name="p0y9" fmla="*/ 746 h 746"/>
              <a:gd name="p0x10" fmla="*/ 67 w 8808"/>
              <a:gd name="p0y10" fmla="*/ 746 h 746"/>
              <a:gd name="p0x11" fmla="*/ 0 w 8808"/>
              <a:gd name="p0y11" fmla="*/ 679 h 746"/>
              <a:gd name="p0x12" fmla="*/ 0 w 8808"/>
              <a:gd name="p0y12" fmla="*/ 596 h 746"/>
              <a:gd name="p0x13" fmla="*/ 0 w 8808"/>
              <a:gd name="p0y13" fmla="*/ 150 h 746"/>
              <a:gd name="p0x14" fmla="*/ 0 w 8808"/>
              <a:gd name="p0y14" fmla="*/ 67 h 746"/>
              <a:gd name="p0x15" fmla="*/ 67 w 8808"/>
              <a:gd name="p0y15" fmla="*/ 0 h 746"/>
              <a:gd name="p0x16" fmla="*/ 150 w 8808"/>
              <a:gd name="p0y16" fmla="*/ 0 h 7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42"/>
            </p:custDataLst>
          </p:nvPr>
        </p:nvSpPr>
        <p:spPr>
          <a:xfrm>
            <a:off x="885825" y="4310729"/>
            <a:ext cx="11430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α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3"/>
            </p:custDataLst>
          </p:nvPr>
        </p:nvSpPr>
        <p:spPr>
          <a:xfrm>
            <a:off x="2143125" y="4360735"/>
            <a:ext cx="352618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覆盖率反馈强度系数（建议初始值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44"/>
            </p:custDataLst>
          </p:nvPr>
        </p:nvSpPr>
        <p:spPr>
          <a:xfrm>
            <a:off x="771525" y="4799965"/>
            <a:ext cx="5593080" cy="473710"/>
          </a:xfrm>
          <a:custGeom>
            <a:avLst/>
            <a:gdLst>
              <a:gd name="sw" fmla="*/ 1 w 8808"/>
              <a:gd name="sh" fmla="*/ 1 h 746"/>
              <a:gd name="mins" fmla="min sw sh"/>
              <a:gd name="dsw" fmla="+- 0 sw mins"/>
              <a:gd name="dsh" fmla="+- 0 sh mins"/>
              <a:gd name="p0x0" fmla="*/ 150 w 8808"/>
              <a:gd name="p0y0" fmla="*/ 0 h 746"/>
              <a:gd name="p0x1" fmla="*/ 8658 w 8808"/>
              <a:gd name="p0y1" fmla="*/ 0 h 746"/>
              <a:gd name="p0x2" fmla="*/ 8740 w 8808"/>
              <a:gd name="p0y2" fmla="*/ 0 h 746"/>
              <a:gd name="p0x3" fmla="*/ 8808 w 8808"/>
              <a:gd name="p0y3" fmla="*/ 67 h 746"/>
              <a:gd name="p0x4" fmla="*/ 8808 w 8808"/>
              <a:gd name="p0y4" fmla="*/ 150 h 746"/>
              <a:gd name="p0x5" fmla="*/ 8808 w 8808"/>
              <a:gd name="p0y5" fmla="*/ 596 h 746"/>
              <a:gd name="p0x6" fmla="*/ 8808 w 8808"/>
              <a:gd name="p0y6" fmla="*/ 679 h 746"/>
              <a:gd name="p0x7" fmla="*/ 8740 w 8808"/>
              <a:gd name="p0y7" fmla="*/ 746 h 746"/>
              <a:gd name="p0x8" fmla="*/ 8658 w 8808"/>
              <a:gd name="p0y8" fmla="*/ 746 h 746"/>
              <a:gd name="p0x9" fmla="*/ 150 w 8808"/>
              <a:gd name="p0y9" fmla="*/ 746 h 746"/>
              <a:gd name="p0x10" fmla="*/ 67 w 8808"/>
              <a:gd name="p0y10" fmla="*/ 746 h 746"/>
              <a:gd name="p0x11" fmla="*/ 0 w 8808"/>
              <a:gd name="p0y11" fmla="*/ 679 h 746"/>
              <a:gd name="p0x12" fmla="*/ 0 w 8808"/>
              <a:gd name="p0y12" fmla="*/ 596 h 746"/>
              <a:gd name="p0x13" fmla="*/ 0 w 8808"/>
              <a:gd name="p0y13" fmla="*/ 150 h 746"/>
              <a:gd name="p0x14" fmla="*/ 0 w 8808"/>
              <a:gd name="p0y14" fmla="*/ 67 h 746"/>
              <a:gd name="p0x15" fmla="*/ 67 w 8808"/>
              <a:gd name="p0y15" fmla="*/ 0 h 746"/>
              <a:gd name="p0x16" fmla="*/ 150 w 8808"/>
              <a:gd name="p0y16" fmla="*/ 0 h 7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45"/>
            </p:custDataLst>
          </p:nvPr>
        </p:nvSpPr>
        <p:spPr>
          <a:xfrm>
            <a:off x="885825" y="4860798"/>
            <a:ext cx="11430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ε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46"/>
            </p:custDataLst>
          </p:nvPr>
        </p:nvSpPr>
        <p:spPr>
          <a:xfrm>
            <a:off x="2143125" y="4910804"/>
            <a:ext cx="269260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小常数（如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0.01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），防止除零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47"/>
            </p:custDataLst>
          </p:nvPr>
        </p:nvSpPr>
        <p:spPr>
          <a:xfrm>
            <a:off x="771525" y="5578475"/>
            <a:ext cx="5593080" cy="659765"/>
          </a:xfrm>
          <a:custGeom>
            <a:avLst/>
            <a:gdLst>
              <a:gd name="sw" fmla="*/ 1 w 8808"/>
              <a:gd name="sh" fmla="*/ 1 h 1039"/>
              <a:gd name="mins" fmla="min sw sh"/>
              <a:gd name="dsw" fmla="+- 0 sw mins"/>
              <a:gd name="dsh" fmla="+- 0 sh mins"/>
              <a:gd name="p0x0" fmla="*/ 150 w 8808"/>
              <a:gd name="p0y0" fmla="*/ 0 h 1039"/>
              <a:gd name="p0x1" fmla="*/ 8658 w 8808"/>
              <a:gd name="p0y1" fmla="*/ 0 h 1039"/>
              <a:gd name="p0x2" fmla="*/ 8740 w 8808"/>
              <a:gd name="p0y2" fmla="*/ 0 h 1039"/>
              <a:gd name="p0x3" fmla="*/ 8808 w 8808"/>
              <a:gd name="p0y3" fmla="*/ 67 h 1039"/>
              <a:gd name="p0x4" fmla="*/ 8808 w 8808"/>
              <a:gd name="p0y4" fmla="*/ 150 h 1039"/>
              <a:gd name="p0x5" fmla="*/ 8808 w 8808"/>
              <a:gd name="p0y5" fmla="*/ 889 h 1039"/>
              <a:gd name="p0x6" fmla="*/ 8808 w 8808"/>
              <a:gd name="p0y6" fmla="*/ 972 h 1039"/>
              <a:gd name="p0x7" fmla="*/ 8740 w 8808"/>
              <a:gd name="p0y7" fmla="*/ 1039 h 1039"/>
              <a:gd name="p0x8" fmla="*/ 8658 w 8808"/>
              <a:gd name="p0y8" fmla="*/ 1039 h 1039"/>
              <a:gd name="p0x9" fmla="*/ 150 w 8808"/>
              <a:gd name="p0y9" fmla="*/ 1039 h 1039"/>
              <a:gd name="p0x10" fmla="*/ 67 w 8808"/>
              <a:gd name="p0y10" fmla="*/ 1039 h 1039"/>
              <a:gd name="p0x11" fmla="*/ 0 w 8808"/>
              <a:gd name="p0y11" fmla="*/ 972 h 1039"/>
              <a:gd name="p0x12" fmla="*/ 0 w 8808"/>
              <a:gd name="p0y12" fmla="*/ 889 h 1039"/>
              <a:gd name="p0x13" fmla="*/ 0 w 8808"/>
              <a:gd name="p0y13" fmla="*/ 150 h 1039"/>
              <a:gd name="p0x14" fmla="*/ 0 w 8808"/>
              <a:gd name="p0y14" fmla="*/ 67 h 1039"/>
              <a:gd name="p0x15" fmla="*/ 67 w 8808"/>
              <a:gd name="p0y15" fmla="*/ 0 h 1039"/>
              <a:gd name="p0x16" fmla="*/ 150 w 8808"/>
              <a:gd name="p0y16" fmla="*/ 0 h 103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48"/>
            </p:custDataLst>
          </p:nvPr>
        </p:nvSpPr>
        <p:spPr>
          <a:xfrm>
            <a:off x="1000573" y="5693045"/>
            <a:ext cx="5135023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计算流程</a:t>
            </a:r>
            <a:r>
              <a:rPr lang="zh-CN"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：确定组件类型</a:t>
            </a:r>
            <a:r>
              <a:rPr lang="en-US" altLang="zh-CN"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查基础优先级</a:t>
            </a:r>
            <a:r>
              <a:rPr lang="en-US" altLang="zh-CN"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获取当前覆盖率</a:t>
            </a:r>
            <a:r>
              <a:rPr lang="en-US" altLang="zh-CN"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代入公式计算最终优先级</a:t>
            </a:r>
            <a:endParaRPr lang="zh-CN" altLang="en-US" sz="135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动态调整与事件采样策略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609850" cy="1817370"/>
          </a:xfrm>
          <a:custGeom>
            <a:avLst/>
            <a:gdLst>
              <a:gd name="sw" fmla="*/ 1 w 4110"/>
              <a:gd name="sh" fmla="*/ 1 h 2861"/>
              <a:gd name="mins" fmla="min sw sh"/>
              <a:gd name="dsw" fmla="+- 0 sw mins"/>
              <a:gd name="dsh" fmla="+- 0 sh mins"/>
              <a:gd name="p0x0" fmla="*/ 150 w 4110"/>
              <a:gd name="p0y0" fmla="*/ 0 h 2861"/>
              <a:gd name="p0x1" fmla="*/ 3960 w 4110"/>
              <a:gd name="p0y1" fmla="*/ 0 h 2861"/>
              <a:gd name="p0x2" fmla="*/ 4042 w 4110"/>
              <a:gd name="p0y2" fmla="*/ 0 h 2861"/>
              <a:gd name="p0x3" fmla="*/ 4110 w 4110"/>
              <a:gd name="p0y3" fmla="*/ 67 h 2861"/>
              <a:gd name="p0x4" fmla="*/ 4110 w 4110"/>
              <a:gd name="p0y4" fmla="*/ 150 h 2861"/>
              <a:gd name="p0x5" fmla="*/ 4110 w 4110"/>
              <a:gd name="p0y5" fmla="*/ 2711 h 2861"/>
              <a:gd name="p0x6" fmla="*/ 4110 w 4110"/>
              <a:gd name="p0y6" fmla="*/ 2794 h 2861"/>
              <a:gd name="p0x7" fmla="*/ 4042 w 4110"/>
              <a:gd name="p0y7" fmla="*/ 2861 h 2861"/>
              <a:gd name="p0x8" fmla="*/ 3960 w 4110"/>
              <a:gd name="p0y8" fmla="*/ 2861 h 2861"/>
              <a:gd name="p0x9" fmla="*/ 150 w 4110"/>
              <a:gd name="p0y9" fmla="*/ 2861 h 2861"/>
              <a:gd name="p0x10" fmla="*/ 67 w 4110"/>
              <a:gd name="p0y10" fmla="*/ 2861 h 2861"/>
              <a:gd name="p0x11" fmla="*/ 0 w 4110"/>
              <a:gd name="p0y11" fmla="*/ 2794 h 2861"/>
              <a:gd name="p0x12" fmla="*/ 0 w 4110"/>
              <a:gd name="p0y12" fmla="*/ 2711 h 2861"/>
              <a:gd name="p0x13" fmla="*/ 0 w 4110"/>
              <a:gd name="p0y13" fmla="*/ 150 h 2861"/>
              <a:gd name="p0x14" fmla="*/ 0 w 4110"/>
              <a:gd name="p0y14" fmla="*/ 67 h 2861"/>
              <a:gd name="p0x15" fmla="*/ 67 w 4110"/>
              <a:gd name="p0y15" fmla="*/ 0 h 2861"/>
              <a:gd name="p0x16" fmla="*/ 150 w 4110"/>
              <a:gd name="p0y16" fmla="*/ 0 h 286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67132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1757045" y="138557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21505" y="1823085"/>
            <a:ext cx="131928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查询频率</a:t>
            </a:r>
            <a:r>
              <a:rPr lang="en-US" alt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lang="en-US" alt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867070" y="2204237"/>
            <a:ext cx="2028158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29210" algn="ctr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每执行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10-20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个事件后从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查询最新覆盖率数据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3385820" y="1109345"/>
            <a:ext cx="2609850" cy="1817370"/>
          </a:xfrm>
          <a:custGeom>
            <a:avLst/>
            <a:gdLst>
              <a:gd name="sw" fmla="*/ 1 w 4110"/>
              <a:gd name="sh" fmla="*/ 1 h 2861"/>
              <a:gd name="mins" fmla="min sw sh"/>
              <a:gd name="dsw" fmla="+- 0 sw mins"/>
              <a:gd name="dsh" fmla="+- 0 sh mins"/>
              <a:gd name="p0x0" fmla="*/ 150 w 4110"/>
              <a:gd name="p0y0" fmla="*/ 0 h 2861"/>
              <a:gd name="p0x1" fmla="*/ 3960 w 4110"/>
              <a:gd name="p0y1" fmla="*/ 0 h 2861"/>
              <a:gd name="p0x2" fmla="*/ 4042 w 4110"/>
              <a:gd name="p0y2" fmla="*/ 0 h 2861"/>
              <a:gd name="p0x3" fmla="*/ 4110 w 4110"/>
              <a:gd name="p0y3" fmla="*/ 67 h 2861"/>
              <a:gd name="p0x4" fmla="*/ 4110 w 4110"/>
              <a:gd name="p0y4" fmla="*/ 150 h 2861"/>
              <a:gd name="p0x5" fmla="*/ 4110 w 4110"/>
              <a:gd name="p0y5" fmla="*/ 2711 h 2861"/>
              <a:gd name="p0x6" fmla="*/ 4110 w 4110"/>
              <a:gd name="p0y6" fmla="*/ 2794 h 2861"/>
              <a:gd name="p0x7" fmla="*/ 4042 w 4110"/>
              <a:gd name="p0y7" fmla="*/ 2861 h 2861"/>
              <a:gd name="p0x8" fmla="*/ 3960 w 4110"/>
              <a:gd name="p0y8" fmla="*/ 2861 h 2861"/>
              <a:gd name="p0x9" fmla="*/ 150 w 4110"/>
              <a:gd name="p0y9" fmla="*/ 2861 h 2861"/>
              <a:gd name="p0x10" fmla="*/ 67 w 4110"/>
              <a:gd name="p0y10" fmla="*/ 2861 h 2861"/>
              <a:gd name="p0x11" fmla="*/ 0 w 4110"/>
              <a:gd name="p0y11" fmla="*/ 2794 h 2861"/>
              <a:gd name="p0x12" fmla="*/ 0 w 4110"/>
              <a:gd name="p0y12" fmla="*/ 2711 h 2861"/>
              <a:gd name="p0x13" fmla="*/ 0 w 4110"/>
              <a:gd name="p0y13" fmla="*/ 150 h 2861"/>
              <a:gd name="p0x14" fmla="*/ 0 w 4110"/>
              <a:gd name="p0y14" fmla="*/ 67 h 2861"/>
              <a:gd name="p0x15" fmla="*/ 67 w 4110"/>
              <a:gd name="p0y15" fmla="*/ 0 h 2861"/>
              <a:gd name="p0x16" fmla="*/ 150 w 4110"/>
              <a:gd name="p0y16" fmla="*/ 0 h 286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48119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1228" t="-3067" r="-1228" b="-3067"/>
          <a:stretch>
            <a:fillRect/>
          </a:stretch>
        </p:blipFill>
        <p:spPr>
          <a:xfrm>
            <a:off x="4598035" y="1385570"/>
            <a:ext cx="18542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3953246" y="1823085"/>
            <a:ext cx="1475632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重新计算</a:t>
            </a:r>
            <a:r>
              <a:rPr lang="en-US" alt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P_i</a:t>
            </a:r>
            <a:endParaRPr lang="en-US" alt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3623291" y="2204237"/>
            <a:ext cx="213545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对每个组件重新计算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P_i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，更新采样权重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6195695" y="1109345"/>
            <a:ext cx="2609850" cy="1817370"/>
          </a:xfrm>
          <a:custGeom>
            <a:avLst/>
            <a:gdLst>
              <a:gd name="sw" fmla="*/ 1 w 4110"/>
              <a:gd name="sh" fmla="*/ 1 h 2861"/>
              <a:gd name="mins" fmla="min sw sh"/>
              <a:gd name="dsw" fmla="+- 0 sw mins"/>
              <a:gd name="dsh" fmla="+- 0 sh mins"/>
              <a:gd name="p0x0" fmla="*/ 150 w 4110"/>
              <a:gd name="p0y0" fmla="*/ 0 h 2861"/>
              <a:gd name="p0x1" fmla="*/ 3960 w 4110"/>
              <a:gd name="p0y1" fmla="*/ 0 h 2861"/>
              <a:gd name="p0x2" fmla="*/ 4042 w 4110"/>
              <a:gd name="p0y2" fmla="*/ 0 h 2861"/>
              <a:gd name="p0x3" fmla="*/ 4110 w 4110"/>
              <a:gd name="p0y3" fmla="*/ 67 h 2861"/>
              <a:gd name="p0x4" fmla="*/ 4110 w 4110"/>
              <a:gd name="p0y4" fmla="*/ 150 h 2861"/>
              <a:gd name="p0x5" fmla="*/ 4110 w 4110"/>
              <a:gd name="p0y5" fmla="*/ 2711 h 2861"/>
              <a:gd name="p0x6" fmla="*/ 4110 w 4110"/>
              <a:gd name="p0y6" fmla="*/ 2794 h 2861"/>
              <a:gd name="p0x7" fmla="*/ 4042 w 4110"/>
              <a:gd name="p0y7" fmla="*/ 2861 h 2861"/>
              <a:gd name="p0x8" fmla="*/ 3960 w 4110"/>
              <a:gd name="p0y8" fmla="*/ 2861 h 2861"/>
              <a:gd name="p0x9" fmla="*/ 150 w 4110"/>
              <a:gd name="p0y9" fmla="*/ 2861 h 2861"/>
              <a:gd name="p0x10" fmla="*/ 67 w 4110"/>
              <a:gd name="p0y10" fmla="*/ 2861 h 2861"/>
              <a:gd name="p0x11" fmla="*/ 0 w 4110"/>
              <a:gd name="p0y11" fmla="*/ 2794 h 2861"/>
              <a:gd name="p0x12" fmla="*/ 0 w 4110"/>
              <a:gd name="p0y12" fmla="*/ 2711 h 2861"/>
              <a:gd name="p0x13" fmla="*/ 0 w 4110"/>
              <a:gd name="p0y13" fmla="*/ 150 h 2861"/>
              <a:gd name="p0x14" fmla="*/ 0 w 4110"/>
              <a:gd name="p0y14" fmla="*/ 67 h 2861"/>
              <a:gd name="p0x15" fmla="*/ 67 w 4110"/>
              <a:gd name="p0y15" fmla="*/ 0 h 2861"/>
              <a:gd name="p0x16" fmla="*/ 150 w 4110"/>
              <a:gd name="p0y16" fmla="*/ 0 h 286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29107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4074" t="-3067" r="-4074" b="-3067"/>
          <a:stretch>
            <a:fillRect/>
          </a:stretch>
        </p:blipFill>
        <p:spPr>
          <a:xfrm>
            <a:off x="7407910" y="1385570"/>
            <a:ext cx="185420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6495974" y="1823085"/>
            <a:ext cx="200992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覆盖率</a:t>
            </a:r>
            <a:r>
              <a:rPr lang="en-US" alt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r>
              <a:rPr lang="zh-CN" alt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降权</a:t>
            </a:r>
            <a:endParaRPr lang="zh-CN" altLang="en-US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6393656" y="2204237"/>
            <a:ext cx="221448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35560" algn="ctr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若组件关联代码覆盖率已达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，将其权重降至接近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9005570" y="1109345"/>
            <a:ext cx="2609850" cy="1817370"/>
          </a:xfrm>
          <a:custGeom>
            <a:avLst/>
            <a:gdLst>
              <a:gd name="sw" fmla="*/ 1 w 4110"/>
              <a:gd name="sh" fmla="*/ 1 h 2861"/>
              <a:gd name="mins" fmla="min sw sh"/>
              <a:gd name="dsw" fmla="+- 0 sw mins"/>
              <a:gd name="dsh" fmla="+- 0 sh mins"/>
              <a:gd name="p0x0" fmla="*/ 150 w 4110"/>
              <a:gd name="p0y0" fmla="*/ 0 h 2861"/>
              <a:gd name="p0x1" fmla="*/ 3960 w 4110"/>
              <a:gd name="p0y1" fmla="*/ 0 h 2861"/>
              <a:gd name="p0x2" fmla="*/ 4042 w 4110"/>
              <a:gd name="p0y2" fmla="*/ 0 h 2861"/>
              <a:gd name="p0x3" fmla="*/ 4110 w 4110"/>
              <a:gd name="p0y3" fmla="*/ 67 h 2861"/>
              <a:gd name="p0x4" fmla="*/ 4110 w 4110"/>
              <a:gd name="p0y4" fmla="*/ 150 h 2861"/>
              <a:gd name="p0x5" fmla="*/ 4110 w 4110"/>
              <a:gd name="p0y5" fmla="*/ 2711 h 2861"/>
              <a:gd name="p0x6" fmla="*/ 4110 w 4110"/>
              <a:gd name="p0y6" fmla="*/ 2794 h 2861"/>
              <a:gd name="p0x7" fmla="*/ 4042 w 4110"/>
              <a:gd name="p0y7" fmla="*/ 2861 h 2861"/>
              <a:gd name="p0x8" fmla="*/ 3960 w 4110"/>
              <a:gd name="p0y8" fmla="*/ 2861 h 2861"/>
              <a:gd name="p0x9" fmla="*/ 150 w 4110"/>
              <a:gd name="p0y9" fmla="*/ 2861 h 2861"/>
              <a:gd name="p0x10" fmla="*/ 67 w 4110"/>
              <a:gd name="p0y10" fmla="*/ 2861 h 2861"/>
              <a:gd name="p0x11" fmla="*/ 0 w 4110"/>
              <a:gd name="p0y11" fmla="*/ 2794 h 2861"/>
              <a:gd name="p0x12" fmla="*/ 0 w 4110"/>
              <a:gd name="p0y12" fmla="*/ 2711 h 2861"/>
              <a:gd name="p0x13" fmla="*/ 0 w 4110"/>
              <a:gd name="p0y13" fmla="*/ 150 h 2861"/>
              <a:gd name="p0x14" fmla="*/ 0 w 4110"/>
              <a:gd name="p0y14" fmla="*/ 67 h 2861"/>
              <a:gd name="p0x15" fmla="*/ 67 w 4110"/>
              <a:gd name="p0y15" fmla="*/ 0 h 2861"/>
              <a:gd name="p0x16" fmla="*/ 150 w 4110"/>
              <a:gd name="p0y16" fmla="*/ 0 h 286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1010094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4074" t="-3067" r="-4074" b="-3067"/>
          <a:stretch>
            <a:fillRect/>
          </a:stretch>
        </p:blipFill>
        <p:spPr>
          <a:xfrm>
            <a:off x="10217785" y="1385570"/>
            <a:ext cx="18542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9624937" y="1823085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防饿死机制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9282037" y="2204237"/>
            <a:ext cx="20574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若组件长时间未被选中，适当提升其权重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575945" y="3164840"/>
            <a:ext cx="2600325" cy="1553210"/>
          </a:xfrm>
          <a:custGeom>
            <a:avLst/>
            <a:gdLst>
              <a:gd name="sw" fmla="*/ 1 w 4095"/>
              <a:gd name="sh" fmla="*/ 1 h 2446"/>
              <a:gd name="mins" fmla="min sw sh"/>
              <a:gd name="dsw" fmla="+- 0 sw mins"/>
              <a:gd name="dsh" fmla="+- 0 sh mins"/>
              <a:gd name="p0x0" fmla="*/ 150 w 4095"/>
              <a:gd name="p0y0" fmla="*/ 0 h 2446"/>
              <a:gd name="p0x1" fmla="*/ 3945 w 4095"/>
              <a:gd name="p0y1" fmla="*/ 0 h 2446"/>
              <a:gd name="p0x2" fmla="*/ 4027 w 4095"/>
              <a:gd name="p0y2" fmla="*/ 0 h 2446"/>
              <a:gd name="p0x3" fmla="*/ 4095 w 4095"/>
              <a:gd name="p0y3" fmla="*/ 67 h 2446"/>
              <a:gd name="p0x4" fmla="*/ 4095 w 4095"/>
              <a:gd name="p0y4" fmla="*/ 150 h 2446"/>
              <a:gd name="p0x5" fmla="*/ 4095 w 4095"/>
              <a:gd name="p0y5" fmla="*/ 2296 h 2446"/>
              <a:gd name="p0x6" fmla="*/ 4095 w 4095"/>
              <a:gd name="p0y6" fmla="*/ 2379 h 2446"/>
              <a:gd name="p0x7" fmla="*/ 4027 w 4095"/>
              <a:gd name="p0y7" fmla="*/ 2446 h 2446"/>
              <a:gd name="p0x8" fmla="*/ 3945 w 4095"/>
              <a:gd name="p0y8" fmla="*/ 2446 h 2446"/>
              <a:gd name="p0x9" fmla="*/ 150 w 4095"/>
              <a:gd name="p0y9" fmla="*/ 2446 h 2446"/>
              <a:gd name="p0x10" fmla="*/ 67 w 4095"/>
              <a:gd name="p0y10" fmla="*/ 2446 h 2446"/>
              <a:gd name="p0x11" fmla="*/ 0 w 4095"/>
              <a:gd name="p0y11" fmla="*/ 2379 h 2446"/>
              <a:gd name="p0x12" fmla="*/ 0 w 4095"/>
              <a:gd name="p0y12" fmla="*/ 2296 h 2446"/>
              <a:gd name="p0x13" fmla="*/ 0 w 4095"/>
              <a:gd name="p0y13" fmla="*/ 150 h 2446"/>
              <a:gd name="p0x14" fmla="*/ 0 w 4095"/>
              <a:gd name="p0y14" fmla="*/ 67 h 2446"/>
              <a:gd name="p0x15" fmla="*/ 67 w 4095"/>
              <a:gd name="p0y15" fmla="*/ 0 h 2446"/>
              <a:gd name="p0x16" fmla="*/ 150 w 4095"/>
              <a:gd name="p0y16" fmla="*/ 0 h 24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771525" y="34385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838200" y="3500755"/>
            <a:ext cx="209550" cy="2139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1228725" y="3452307"/>
            <a:ext cx="127836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概率随机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771525" y="3880932"/>
            <a:ext cx="22098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以概率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ε(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0.1-0.2)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随机选择组件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3376295" y="3164840"/>
            <a:ext cx="2600325" cy="1553210"/>
          </a:xfrm>
          <a:custGeom>
            <a:avLst/>
            <a:gdLst>
              <a:gd name="sw" fmla="*/ 1 w 4095"/>
              <a:gd name="sh" fmla="*/ 1 h 2446"/>
              <a:gd name="mins" fmla="min sw sh"/>
              <a:gd name="dsw" fmla="+- 0 sw mins"/>
              <a:gd name="dsh" fmla="+- 0 sh mins"/>
              <a:gd name="p0x0" fmla="*/ 150 w 4095"/>
              <a:gd name="p0y0" fmla="*/ 0 h 2446"/>
              <a:gd name="p0x1" fmla="*/ 3945 w 4095"/>
              <a:gd name="p0y1" fmla="*/ 0 h 2446"/>
              <a:gd name="p0x2" fmla="*/ 4027 w 4095"/>
              <a:gd name="p0y2" fmla="*/ 0 h 2446"/>
              <a:gd name="p0x3" fmla="*/ 4095 w 4095"/>
              <a:gd name="p0y3" fmla="*/ 67 h 2446"/>
              <a:gd name="p0x4" fmla="*/ 4095 w 4095"/>
              <a:gd name="p0y4" fmla="*/ 150 h 2446"/>
              <a:gd name="p0x5" fmla="*/ 4095 w 4095"/>
              <a:gd name="p0y5" fmla="*/ 2296 h 2446"/>
              <a:gd name="p0x6" fmla="*/ 4095 w 4095"/>
              <a:gd name="p0y6" fmla="*/ 2379 h 2446"/>
              <a:gd name="p0x7" fmla="*/ 4027 w 4095"/>
              <a:gd name="p0y7" fmla="*/ 2446 h 2446"/>
              <a:gd name="p0x8" fmla="*/ 3945 w 4095"/>
              <a:gd name="p0y8" fmla="*/ 2446 h 2446"/>
              <a:gd name="p0x9" fmla="*/ 150 w 4095"/>
              <a:gd name="p0y9" fmla="*/ 2446 h 2446"/>
              <a:gd name="p0x10" fmla="*/ 67 w 4095"/>
              <a:gd name="p0y10" fmla="*/ 2446 h 2446"/>
              <a:gd name="p0x11" fmla="*/ 0 w 4095"/>
              <a:gd name="p0y11" fmla="*/ 2379 h 2446"/>
              <a:gd name="p0x12" fmla="*/ 0 w 4095"/>
              <a:gd name="p0y12" fmla="*/ 2296 h 2446"/>
              <a:gd name="p0x13" fmla="*/ 0 w 4095"/>
              <a:gd name="p0y13" fmla="*/ 150 h 2446"/>
              <a:gd name="p0x14" fmla="*/ 0 w 4095"/>
              <a:gd name="p0y14" fmla="*/ 67 h 2446"/>
              <a:gd name="p0x15" fmla="*/ 67 w 4095"/>
              <a:gd name="p0y15" fmla="*/ 0 h 2446"/>
              <a:gd name="p0x16" fmla="*/ 150 w 4095"/>
              <a:gd name="p0y16" fmla="*/ 0 h 24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3571875" y="34385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949" t="-3492" r="-2949" b="-3492"/>
          <a:stretch>
            <a:fillRect/>
          </a:stretch>
        </p:blipFill>
        <p:spPr>
          <a:xfrm>
            <a:off x="3611880" y="3500755"/>
            <a:ext cx="262255" cy="21399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4029075" y="3452307"/>
            <a:ext cx="153300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1-ε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权重采样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3571875" y="3880932"/>
            <a:ext cx="22098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以概率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1-ε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按权重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P_i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采样组件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4"/>
            </p:custDataLst>
          </p:nvPr>
        </p:nvSpPr>
        <p:spPr>
          <a:xfrm>
            <a:off x="575945" y="4918075"/>
            <a:ext cx="2600325" cy="1553845"/>
          </a:xfrm>
          <a:custGeom>
            <a:avLst/>
            <a:gdLst>
              <a:gd name="sw" fmla="*/ 1 w 4095"/>
              <a:gd name="sh" fmla="*/ 1 h 2446"/>
              <a:gd name="mins" fmla="min sw sh"/>
              <a:gd name="dsw" fmla="+- 0 sw mins"/>
              <a:gd name="dsh" fmla="+- 0 sh mins"/>
              <a:gd name="p0x0" fmla="*/ 150 w 4095"/>
              <a:gd name="p0y0" fmla="*/ 0 h 2446"/>
              <a:gd name="p0x1" fmla="*/ 3945 w 4095"/>
              <a:gd name="p0y1" fmla="*/ 0 h 2446"/>
              <a:gd name="p0x2" fmla="*/ 4027 w 4095"/>
              <a:gd name="p0y2" fmla="*/ 0 h 2446"/>
              <a:gd name="p0x3" fmla="*/ 4095 w 4095"/>
              <a:gd name="p0y3" fmla="*/ 67 h 2446"/>
              <a:gd name="p0x4" fmla="*/ 4095 w 4095"/>
              <a:gd name="p0y4" fmla="*/ 150 h 2446"/>
              <a:gd name="p0x5" fmla="*/ 4095 w 4095"/>
              <a:gd name="p0y5" fmla="*/ 2296 h 2446"/>
              <a:gd name="p0x6" fmla="*/ 4095 w 4095"/>
              <a:gd name="p0y6" fmla="*/ 2379 h 2446"/>
              <a:gd name="p0x7" fmla="*/ 4027 w 4095"/>
              <a:gd name="p0y7" fmla="*/ 2446 h 2446"/>
              <a:gd name="p0x8" fmla="*/ 3945 w 4095"/>
              <a:gd name="p0y8" fmla="*/ 2446 h 2446"/>
              <a:gd name="p0x9" fmla="*/ 150 w 4095"/>
              <a:gd name="p0y9" fmla="*/ 2446 h 2446"/>
              <a:gd name="p0x10" fmla="*/ 67 w 4095"/>
              <a:gd name="p0y10" fmla="*/ 2446 h 2446"/>
              <a:gd name="p0x11" fmla="*/ 0 w 4095"/>
              <a:gd name="p0y11" fmla="*/ 2379 h 2446"/>
              <a:gd name="p0x12" fmla="*/ 0 w 4095"/>
              <a:gd name="p0y12" fmla="*/ 2296 h 2446"/>
              <a:gd name="p0x13" fmla="*/ 0 w 4095"/>
              <a:gd name="p0y13" fmla="*/ 150 h 2446"/>
              <a:gd name="p0x14" fmla="*/ 0 w 4095"/>
              <a:gd name="p0y14" fmla="*/ 67 h 2446"/>
              <a:gd name="p0x15" fmla="*/ 67 w 4095"/>
              <a:gd name="p0y15" fmla="*/ 0 h 2446"/>
              <a:gd name="p0x16" fmla="*/ 150 w 4095"/>
              <a:gd name="p0y16" fmla="*/ 0 h 24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5"/>
            </p:custDataLst>
          </p:nvPr>
        </p:nvSpPr>
        <p:spPr>
          <a:xfrm>
            <a:off x="771525" y="51923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8200" y="5253990"/>
            <a:ext cx="209550" cy="2146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9"/>
            </p:custDataLst>
          </p:nvPr>
        </p:nvSpPr>
        <p:spPr>
          <a:xfrm>
            <a:off x="1228725" y="520587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探索多样性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0"/>
            </p:custDataLst>
          </p:nvPr>
        </p:nvSpPr>
        <p:spPr>
          <a:xfrm>
            <a:off x="771525" y="5634504"/>
            <a:ext cx="22098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保持探索多样性，避免陷入局部最优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51"/>
            </p:custDataLst>
          </p:nvPr>
        </p:nvSpPr>
        <p:spPr>
          <a:xfrm>
            <a:off x="3376295" y="4918075"/>
            <a:ext cx="2600325" cy="1553845"/>
          </a:xfrm>
          <a:custGeom>
            <a:avLst/>
            <a:gdLst>
              <a:gd name="sw" fmla="*/ 1 w 4095"/>
              <a:gd name="sh" fmla="*/ 1 h 2446"/>
              <a:gd name="mins" fmla="min sw sh"/>
              <a:gd name="dsw" fmla="+- 0 sw mins"/>
              <a:gd name="dsh" fmla="+- 0 sh mins"/>
              <a:gd name="p0x0" fmla="*/ 150 w 4095"/>
              <a:gd name="p0y0" fmla="*/ 0 h 2446"/>
              <a:gd name="p0x1" fmla="*/ 3945 w 4095"/>
              <a:gd name="p0y1" fmla="*/ 0 h 2446"/>
              <a:gd name="p0x2" fmla="*/ 4027 w 4095"/>
              <a:gd name="p0y2" fmla="*/ 0 h 2446"/>
              <a:gd name="p0x3" fmla="*/ 4095 w 4095"/>
              <a:gd name="p0y3" fmla="*/ 67 h 2446"/>
              <a:gd name="p0x4" fmla="*/ 4095 w 4095"/>
              <a:gd name="p0y4" fmla="*/ 150 h 2446"/>
              <a:gd name="p0x5" fmla="*/ 4095 w 4095"/>
              <a:gd name="p0y5" fmla="*/ 2296 h 2446"/>
              <a:gd name="p0x6" fmla="*/ 4095 w 4095"/>
              <a:gd name="p0y6" fmla="*/ 2379 h 2446"/>
              <a:gd name="p0x7" fmla="*/ 4027 w 4095"/>
              <a:gd name="p0y7" fmla="*/ 2446 h 2446"/>
              <a:gd name="p0x8" fmla="*/ 3945 w 4095"/>
              <a:gd name="p0y8" fmla="*/ 2446 h 2446"/>
              <a:gd name="p0x9" fmla="*/ 150 w 4095"/>
              <a:gd name="p0y9" fmla="*/ 2446 h 2446"/>
              <a:gd name="p0x10" fmla="*/ 67 w 4095"/>
              <a:gd name="p0y10" fmla="*/ 2446 h 2446"/>
              <a:gd name="p0x11" fmla="*/ 0 w 4095"/>
              <a:gd name="p0y11" fmla="*/ 2379 h 2446"/>
              <a:gd name="p0x12" fmla="*/ 0 w 4095"/>
              <a:gd name="p0y12" fmla="*/ 2296 h 2446"/>
              <a:gd name="p0x13" fmla="*/ 0 w 4095"/>
              <a:gd name="p0y13" fmla="*/ 150 h 2446"/>
              <a:gd name="p0x14" fmla="*/ 0 w 4095"/>
              <a:gd name="p0y14" fmla="*/ 67 h 2446"/>
              <a:gd name="p0x15" fmla="*/ 67 w 4095"/>
              <a:gd name="p0y15" fmla="*/ 0 h 2446"/>
              <a:gd name="p0x16" fmla="*/ 150 w 4095"/>
              <a:gd name="p0y16" fmla="*/ 0 h 24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52"/>
            </p:custDataLst>
          </p:nvPr>
        </p:nvSpPr>
        <p:spPr>
          <a:xfrm>
            <a:off x="3571875" y="51923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3638550" y="5253990"/>
            <a:ext cx="209550" cy="2146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6"/>
            </p:custDataLst>
          </p:nvPr>
        </p:nvSpPr>
        <p:spPr>
          <a:xfrm>
            <a:off x="4029075" y="520587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高价值路径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7"/>
            </p:custDataLst>
          </p:nvPr>
        </p:nvSpPr>
        <p:spPr>
          <a:xfrm>
            <a:off x="3571875" y="5634504"/>
            <a:ext cx="22098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利用反馈信息优先探索高价值路径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8"/>
            </p:custDataLst>
          </p:nvPr>
        </p:nvSpPr>
        <p:spPr>
          <a:xfrm>
            <a:off x="6214745" y="3164840"/>
            <a:ext cx="1666875" cy="3307080"/>
          </a:xfrm>
          <a:custGeom>
            <a:avLst/>
            <a:gdLst>
              <a:gd name="sw" fmla="*/ 1 w 2625"/>
              <a:gd name="sh" fmla="*/ 1 h 5208"/>
              <a:gd name="mins" fmla="min sw sh"/>
              <a:gd name="dsw" fmla="+- 0 sw mins"/>
              <a:gd name="dsh" fmla="+- 0 sh mins"/>
              <a:gd name="p0x0" fmla="*/ 150 w 2625"/>
              <a:gd name="p0y0" fmla="*/ 0 h 5208"/>
              <a:gd name="p0x1" fmla="*/ 2475 w 2625"/>
              <a:gd name="p0y1" fmla="*/ 0 h 5208"/>
              <a:gd name="p0x2" fmla="*/ 2557 w 2625"/>
              <a:gd name="p0y2" fmla="*/ 0 h 5208"/>
              <a:gd name="p0x3" fmla="*/ 2625 w 2625"/>
              <a:gd name="p0y3" fmla="*/ 67 h 5208"/>
              <a:gd name="p0x4" fmla="*/ 2625 w 2625"/>
              <a:gd name="p0y4" fmla="*/ 150 h 5208"/>
              <a:gd name="p0x5" fmla="*/ 2625 w 2625"/>
              <a:gd name="p0y5" fmla="*/ 5058 h 5208"/>
              <a:gd name="p0x6" fmla="*/ 2625 w 2625"/>
              <a:gd name="p0y6" fmla="*/ 5140 h 5208"/>
              <a:gd name="p0x7" fmla="*/ 2557 w 2625"/>
              <a:gd name="p0y7" fmla="*/ 5208 h 5208"/>
              <a:gd name="p0x8" fmla="*/ 2475 w 2625"/>
              <a:gd name="p0y8" fmla="*/ 5208 h 5208"/>
              <a:gd name="p0x9" fmla="*/ 150 w 2625"/>
              <a:gd name="p0y9" fmla="*/ 5208 h 5208"/>
              <a:gd name="p0x10" fmla="*/ 67 w 2625"/>
              <a:gd name="p0y10" fmla="*/ 5208 h 5208"/>
              <a:gd name="p0x11" fmla="*/ 0 w 2625"/>
              <a:gd name="p0y11" fmla="*/ 5140 h 5208"/>
              <a:gd name="p0x12" fmla="*/ 0 w 2625"/>
              <a:gd name="p0y12" fmla="*/ 5058 h 5208"/>
              <a:gd name="p0x13" fmla="*/ 0 w 2625"/>
              <a:gd name="p0y13" fmla="*/ 150 h 5208"/>
              <a:gd name="p0x14" fmla="*/ 0 w 2625"/>
              <a:gd name="p0y14" fmla="*/ 67 h 5208"/>
              <a:gd name="p0x15" fmla="*/ 67 w 2625"/>
              <a:gd name="p0y15" fmla="*/ 0 h 5208"/>
              <a:gd name="p0x16" fmla="*/ 150 w 2625"/>
              <a:gd name="p0y16" fmla="*/ 0 h 520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59"/>
            </p:custDataLst>
          </p:nvPr>
        </p:nvSpPr>
        <p:spPr>
          <a:xfrm>
            <a:off x="6800850" y="403923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>
            <a:fillRect/>
          </a:stretch>
        </p:blipFill>
        <p:spPr>
          <a:xfrm>
            <a:off x="6934200" y="4134485"/>
            <a:ext cx="228600" cy="3048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3"/>
            </p:custDataLst>
          </p:nvPr>
        </p:nvSpPr>
        <p:spPr>
          <a:xfrm>
            <a:off x="6591224" y="4633931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点击按钮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64"/>
            </p:custDataLst>
          </p:nvPr>
        </p:nvSpPr>
        <p:spPr>
          <a:xfrm>
            <a:off x="6448349" y="5033981"/>
            <a:ext cx="120022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模拟用户点击交互操作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65"/>
            </p:custDataLst>
          </p:nvPr>
        </p:nvSpPr>
        <p:spPr>
          <a:xfrm>
            <a:off x="8081645" y="3164840"/>
            <a:ext cx="1666875" cy="3307080"/>
          </a:xfrm>
          <a:custGeom>
            <a:avLst/>
            <a:gdLst>
              <a:gd name="sw" fmla="*/ 1 w 2625"/>
              <a:gd name="sh" fmla="*/ 1 h 5208"/>
              <a:gd name="mins" fmla="min sw sh"/>
              <a:gd name="dsw" fmla="+- 0 sw mins"/>
              <a:gd name="dsh" fmla="+- 0 sh mins"/>
              <a:gd name="p0x0" fmla="*/ 150 w 2625"/>
              <a:gd name="p0y0" fmla="*/ 0 h 5208"/>
              <a:gd name="p0x1" fmla="*/ 2475 w 2625"/>
              <a:gd name="p0y1" fmla="*/ 0 h 5208"/>
              <a:gd name="p0x2" fmla="*/ 2557 w 2625"/>
              <a:gd name="p0y2" fmla="*/ 0 h 5208"/>
              <a:gd name="p0x3" fmla="*/ 2625 w 2625"/>
              <a:gd name="p0y3" fmla="*/ 67 h 5208"/>
              <a:gd name="p0x4" fmla="*/ 2625 w 2625"/>
              <a:gd name="p0y4" fmla="*/ 150 h 5208"/>
              <a:gd name="p0x5" fmla="*/ 2625 w 2625"/>
              <a:gd name="p0y5" fmla="*/ 5058 h 5208"/>
              <a:gd name="p0x6" fmla="*/ 2625 w 2625"/>
              <a:gd name="p0y6" fmla="*/ 5140 h 5208"/>
              <a:gd name="p0x7" fmla="*/ 2557 w 2625"/>
              <a:gd name="p0y7" fmla="*/ 5208 h 5208"/>
              <a:gd name="p0x8" fmla="*/ 2475 w 2625"/>
              <a:gd name="p0y8" fmla="*/ 5208 h 5208"/>
              <a:gd name="p0x9" fmla="*/ 150 w 2625"/>
              <a:gd name="p0y9" fmla="*/ 5208 h 5208"/>
              <a:gd name="p0x10" fmla="*/ 67 w 2625"/>
              <a:gd name="p0y10" fmla="*/ 5208 h 5208"/>
              <a:gd name="p0x11" fmla="*/ 0 w 2625"/>
              <a:gd name="p0y11" fmla="*/ 5140 h 5208"/>
              <a:gd name="p0x12" fmla="*/ 0 w 2625"/>
              <a:gd name="p0y12" fmla="*/ 5058 h 5208"/>
              <a:gd name="p0x13" fmla="*/ 0 w 2625"/>
              <a:gd name="p0y13" fmla="*/ 150 h 5208"/>
              <a:gd name="p0x14" fmla="*/ 0 w 2625"/>
              <a:gd name="p0y14" fmla="*/ 67 h 5208"/>
              <a:gd name="p0x15" fmla="*/ 67 w 2625"/>
              <a:gd name="p0y15" fmla="*/ 0 h 5208"/>
              <a:gd name="p0x16" fmla="*/ 150 w 2625"/>
              <a:gd name="p0y16" fmla="*/ 0 h 520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66"/>
            </p:custDataLst>
          </p:nvPr>
        </p:nvSpPr>
        <p:spPr>
          <a:xfrm>
            <a:off x="8667750" y="403923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t="-16667" b="-16667"/>
          <a:stretch>
            <a:fillRect/>
          </a:stretch>
        </p:blipFill>
        <p:spPr>
          <a:xfrm>
            <a:off x="8743950" y="4134485"/>
            <a:ext cx="342900" cy="3048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70"/>
            </p:custDataLst>
          </p:nvPr>
        </p:nvSpPr>
        <p:spPr>
          <a:xfrm>
            <a:off x="8458124" y="4633931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输入文本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71"/>
            </p:custDataLst>
          </p:nvPr>
        </p:nvSpPr>
        <p:spPr>
          <a:xfrm>
            <a:off x="8315249" y="5033981"/>
            <a:ext cx="120022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模拟文本输入与表单填写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72"/>
            </p:custDataLst>
          </p:nvPr>
        </p:nvSpPr>
        <p:spPr>
          <a:xfrm>
            <a:off x="9948545" y="3164840"/>
            <a:ext cx="1666875" cy="3307080"/>
          </a:xfrm>
          <a:custGeom>
            <a:avLst/>
            <a:gdLst>
              <a:gd name="sw" fmla="*/ 1 w 2625"/>
              <a:gd name="sh" fmla="*/ 1 h 5208"/>
              <a:gd name="mins" fmla="min sw sh"/>
              <a:gd name="dsw" fmla="+- 0 sw mins"/>
              <a:gd name="dsh" fmla="+- 0 sh mins"/>
              <a:gd name="p0x0" fmla="*/ 150 w 2625"/>
              <a:gd name="p0y0" fmla="*/ 0 h 5208"/>
              <a:gd name="p0x1" fmla="*/ 2475 w 2625"/>
              <a:gd name="p0y1" fmla="*/ 0 h 5208"/>
              <a:gd name="p0x2" fmla="*/ 2557 w 2625"/>
              <a:gd name="p0y2" fmla="*/ 0 h 5208"/>
              <a:gd name="p0x3" fmla="*/ 2625 w 2625"/>
              <a:gd name="p0y3" fmla="*/ 67 h 5208"/>
              <a:gd name="p0x4" fmla="*/ 2625 w 2625"/>
              <a:gd name="p0y4" fmla="*/ 150 h 5208"/>
              <a:gd name="p0x5" fmla="*/ 2625 w 2625"/>
              <a:gd name="p0y5" fmla="*/ 5058 h 5208"/>
              <a:gd name="p0x6" fmla="*/ 2625 w 2625"/>
              <a:gd name="p0y6" fmla="*/ 5140 h 5208"/>
              <a:gd name="p0x7" fmla="*/ 2557 w 2625"/>
              <a:gd name="p0y7" fmla="*/ 5208 h 5208"/>
              <a:gd name="p0x8" fmla="*/ 2475 w 2625"/>
              <a:gd name="p0y8" fmla="*/ 5208 h 5208"/>
              <a:gd name="p0x9" fmla="*/ 150 w 2625"/>
              <a:gd name="p0y9" fmla="*/ 5208 h 5208"/>
              <a:gd name="p0x10" fmla="*/ 67 w 2625"/>
              <a:gd name="p0y10" fmla="*/ 5208 h 5208"/>
              <a:gd name="p0x11" fmla="*/ 0 w 2625"/>
              <a:gd name="p0y11" fmla="*/ 5140 h 5208"/>
              <a:gd name="p0x12" fmla="*/ 0 w 2625"/>
              <a:gd name="p0y12" fmla="*/ 5058 h 5208"/>
              <a:gd name="p0x13" fmla="*/ 0 w 2625"/>
              <a:gd name="p0y13" fmla="*/ 150 h 5208"/>
              <a:gd name="p0x14" fmla="*/ 0 w 2625"/>
              <a:gd name="p0y14" fmla="*/ 67 h 5208"/>
              <a:gd name="p0x15" fmla="*/ 67 w 2625"/>
              <a:gd name="p0y15" fmla="*/ 0 h 5208"/>
              <a:gd name="p0x16" fmla="*/ 150 w 2625"/>
              <a:gd name="p0y16" fmla="*/ 0 h 520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>
            <p:custDataLst>
              <p:tags r:id="rId73"/>
            </p:custDataLst>
          </p:nvPr>
        </p:nvSpPr>
        <p:spPr>
          <a:xfrm>
            <a:off x="10534650" y="403923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>
            <a:fillRect/>
          </a:stretch>
        </p:blipFill>
        <p:spPr>
          <a:xfrm>
            <a:off x="10629900" y="4134485"/>
            <a:ext cx="304800" cy="30480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77"/>
            </p:custDataLst>
          </p:nvPr>
        </p:nvSpPr>
        <p:spPr>
          <a:xfrm>
            <a:off x="10325024" y="4633931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滑动列表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78"/>
            </p:custDataLst>
          </p:nvPr>
        </p:nvSpPr>
        <p:spPr>
          <a:xfrm>
            <a:off x="10182149" y="5033981"/>
            <a:ext cx="120022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模拟列表滑动与滚动操作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实施步骤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50 w 4065"/>
              <a:gd name="p0y0" fmla="*/ 0 h 8445"/>
              <a:gd name="p0x1" fmla="*/ 3915 w 4065"/>
              <a:gd name="p0y1" fmla="*/ 0 h 8445"/>
              <a:gd name="p0x2" fmla="*/ 3997 w 4065"/>
              <a:gd name="p0y2" fmla="*/ 0 h 8445"/>
              <a:gd name="p0x3" fmla="*/ 4065 w 4065"/>
              <a:gd name="p0y3" fmla="*/ 67 h 8445"/>
              <a:gd name="p0x4" fmla="*/ 4065 w 4065"/>
              <a:gd name="p0y4" fmla="*/ 150 h 8445"/>
              <a:gd name="p0x5" fmla="*/ 4065 w 4065"/>
              <a:gd name="p0y5" fmla="*/ 8295 h 8445"/>
              <a:gd name="p0x6" fmla="*/ 4065 w 4065"/>
              <a:gd name="p0y6" fmla="*/ 8377 h 8445"/>
              <a:gd name="p0x7" fmla="*/ 3997 w 4065"/>
              <a:gd name="p0y7" fmla="*/ 8445 h 8445"/>
              <a:gd name="p0x8" fmla="*/ 3915 w 4065"/>
              <a:gd name="p0y8" fmla="*/ 8445 h 8445"/>
              <a:gd name="p0x9" fmla="*/ 150 w 4065"/>
              <a:gd name="p0y9" fmla="*/ 8445 h 8445"/>
              <a:gd name="p0x10" fmla="*/ 67 w 4065"/>
              <a:gd name="p0y10" fmla="*/ 8445 h 8445"/>
              <a:gd name="p0x11" fmla="*/ 0 w 4065"/>
              <a:gd name="p0y11" fmla="*/ 8377 h 8445"/>
              <a:gd name="p0x12" fmla="*/ 0 w 4065"/>
              <a:gd name="p0y12" fmla="*/ 8295 h 8445"/>
              <a:gd name="p0x13" fmla="*/ 0 w 4065"/>
              <a:gd name="p0y13" fmla="*/ 150 h 8445"/>
              <a:gd name="p0x14" fmla="*/ 0 w 4065"/>
              <a:gd name="p0y14" fmla="*/ 67 h 8445"/>
              <a:gd name="p0x15" fmla="*/ 67 w 4065"/>
              <a:gd name="p0y15" fmla="*/ 0 h 8445"/>
              <a:gd name="p0x16" fmla="*/ 15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762635" cy="276225"/>
          </a:xfrm>
          <a:custGeom>
            <a:avLst/>
            <a:gdLst>
              <a:gd name="sw" fmla="*/ 1 w 1201"/>
              <a:gd name="sh" fmla="*/ 1 h 435"/>
              <a:gd name="mins" fmla="min sw sh"/>
              <a:gd name="dsw" fmla="+- 0 sw mins"/>
              <a:gd name="dsh" fmla="+- 0 sh mins"/>
              <a:gd name="p0x0" fmla="*/ 30 w 1201"/>
              <a:gd name="p0y0" fmla="*/ 0 h 435"/>
              <a:gd name="p0x1" fmla="*/ 1171 w 1201"/>
              <a:gd name="p0y1" fmla="*/ 0 h 435"/>
              <a:gd name="p0x2" fmla="*/ 1188 w 1201"/>
              <a:gd name="p0y2" fmla="*/ 0 h 435"/>
              <a:gd name="p0x3" fmla="*/ 1201 w 1201"/>
              <a:gd name="p0y3" fmla="*/ 13 h 435"/>
              <a:gd name="p0x4" fmla="*/ 1201 w 1201"/>
              <a:gd name="p0y4" fmla="*/ 30 h 435"/>
              <a:gd name="p0x5" fmla="*/ 1201 w 1201"/>
              <a:gd name="p0y5" fmla="*/ 405 h 435"/>
              <a:gd name="p0x6" fmla="*/ 1201 w 1201"/>
              <a:gd name="p0y6" fmla="*/ 421 h 435"/>
              <a:gd name="p0x7" fmla="*/ 1188 w 1201"/>
              <a:gd name="p0y7" fmla="*/ 435 h 435"/>
              <a:gd name="p0x8" fmla="*/ 1171 w 1201"/>
              <a:gd name="p0y8" fmla="*/ 435 h 435"/>
              <a:gd name="p0x9" fmla="*/ 30 w 1201"/>
              <a:gd name="p0y9" fmla="*/ 435 h 435"/>
              <a:gd name="p0x10" fmla="*/ 13 w 1201"/>
              <a:gd name="p0y10" fmla="*/ 435 h 435"/>
              <a:gd name="p0x11" fmla="*/ 0 w 1201"/>
              <a:gd name="p0y11" fmla="*/ 421 h 435"/>
              <a:gd name="p0x12" fmla="*/ 0 w 1201"/>
              <a:gd name="p0y12" fmla="*/ 405 h 435"/>
              <a:gd name="p0x13" fmla="*/ 0 w 1201"/>
              <a:gd name="p0y13" fmla="*/ 30 h 435"/>
              <a:gd name="p0x14" fmla="*/ 0 w 1201"/>
              <a:gd name="p0y14" fmla="*/ 13 h 435"/>
              <a:gd name="p0x15" fmla="*/ 13 w 1201"/>
              <a:gd name="p0y15" fmla="*/ 0 h 435"/>
              <a:gd name="p0x16" fmla="*/ 30 w 1201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47725" y="1343025"/>
            <a:ext cx="76297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2026.06</a:t>
            </a:r>
            <a:endParaRPr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610697" y="1328738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第一阶段</a:t>
            </a:r>
            <a:endParaRPr sz="13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71525" y="1679258"/>
            <a:ext cx="21907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代码研读与设计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771525" y="25717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381" t="-6333" r="-2381" b="-6333"/>
          <a:stretch>
            <a:fillRect/>
          </a:stretch>
        </p:blipFill>
        <p:spPr>
          <a:xfrm>
            <a:off x="838200" y="2633345"/>
            <a:ext cx="209550" cy="2146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1228725" y="2557463"/>
            <a:ext cx="1733550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深入研读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源码，重点理解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事件生成循环和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71525" y="39052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8200" y="3966845"/>
            <a:ext cx="209550" cy="2146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1228725" y="3890963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设计组件解析器、优先级引擎、事件采样器的接口和数据结构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71525" y="4933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381" t="-16275" r="-2381" b="-16275"/>
          <a:stretch>
            <a:fillRect/>
          </a:stretch>
        </p:blipFill>
        <p:spPr>
          <a:xfrm>
            <a:off x="838200" y="4995545"/>
            <a:ext cx="209550" cy="2146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228725" y="4919663"/>
            <a:ext cx="17335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定义组件类型识别规则和基础优先级映射表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33953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50 w 4065"/>
              <a:gd name="p0y0" fmla="*/ 0 h 8445"/>
              <a:gd name="p0x1" fmla="*/ 3915 w 4065"/>
              <a:gd name="p0y1" fmla="*/ 0 h 8445"/>
              <a:gd name="p0x2" fmla="*/ 3997 w 4065"/>
              <a:gd name="p0y2" fmla="*/ 0 h 8445"/>
              <a:gd name="p0x3" fmla="*/ 4065 w 4065"/>
              <a:gd name="p0y3" fmla="*/ 67 h 8445"/>
              <a:gd name="p0x4" fmla="*/ 4065 w 4065"/>
              <a:gd name="p0y4" fmla="*/ 150 h 8445"/>
              <a:gd name="p0x5" fmla="*/ 4065 w 4065"/>
              <a:gd name="p0y5" fmla="*/ 8295 h 8445"/>
              <a:gd name="p0x6" fmla="*/ 4065 w 4065"/>
              <a:gd name="p0y6" fmla="*/ 8377 h 8445"/>
              <a:gd name="p0x7" fmla="*/ 3997 w 4065"/>
              <a:gd name="p0y7" fmla="*/ 8445 h 8445"/>
              <a:gd name="p0x8" fmla="*/ 3915 w 4065"/>
              <a:gd name="p0y8" fmla="*/ 8445 h 8445"/>
              <a:gd name="p0x9" fmla="*/ 150 w 4065"/>
              <a:gd name="p0y9" fmla="*/ 8445 h 8445"/>
              <a:gd name="p0x10" fmla="*/ 67 w 4065"/>
              <a:gd name="p0y10" fmla="*/ 8445 h 8445"/>
              <a:gd name="p0x11" fmla="*/ 0 w 4065"/>
              <a:gd name="p0y11" fmla="*/ 8377 h 8445"/>
              <a:gd name="p0x12" fmla="*/ 0 w 4065"/>
              <a:gd name="p0y12" fmla="*/ 8295 h 8445"/>
              <a:gd name="p0x13" fmla="*/ 0 w 4065"/>
              <a:gd name="p0y13" fmla="*/ 150 h 8445"/>
              <a:gd name="p0x14" fmla="*/ 0 w 4065"/>
              <a:gd name="p0y14" fmla="*/ 67 h 8445"/>
              <a:gd name="p0x15" fmla="*/ 67 w 4065"/>
              <a:gd name="p0y15" fmla="*/ 0 h 8445"/>
              <a:gd name="p0x16" fmla="*/ 15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3590925" y="1304925"/>
            <a:ext cx="762635" cy="276225"/>
          </a:xfrm>
          <a:custGeom>
            <a:avLst/>
            <a:gdLst>
              <a:gd name="sw" fmla="*/ 1 w 1201"/>
              <a:gd name="sh" fmla="*/ 1 h 435"/>
              <a:gd name="mins" fmla="min sw sh"/>
              <a:gd name="dsw" fmla="+- 0 sw mins"/>
              <a:gd name="dsh" fmla="+- 0 sh mins"/>
              <a:gd name="p0x0" fmla="*/ 30 w 1201"/>
              <a:gd name="p0y0" fmla="*/ 0 h 435"/>
              <a:gd name="p0x1" fmla="*/ 1171 w 1201"/>
              <a:gd name="p0y1" fmla="*/ 0 h 435"/>
              <a:gd name="p0x2" fmla="*/ 1188 w 1201"/>
              <a:gd name="p0y2" fmla="*/ 0 h 435"/>
              <a:gd name="p0x3" fmla="*/ 1201 w 1201"/>
              <a:gd name="p0y3" fmla="*/ 13 h 435"/>
              <a:gd name="p0x4" fmla="*/ 1201 w 1201"/>
              <a:gd name="p0y4" fmla="*/ 30 h 435"/>
              <a:gd name="p0x5" fmla="*/ 1201 w 1201"/>
              <a:gd name="p0y5" fmla="*/ 405 h 435"/>
              <a:gd name="p0x6" fmla="*/ 1201 w 1201"/>
              <a:gd name="p0y6" fmla="*/ 421 h 435"/>
              <a:gd name="p0x7" fmla="*/ 1188 w 1201"/>
              <a:gd name="p0y7" fmla="*/ 435 h 435"/>
              <a:gd name="p0x8" fmla="*/ 1171 w 1201"/>
              <a:gd name="p0y8" fmla="*/ 435 h 435"/>
              <a:gd name="p0x9" fmla="*/ 30 w 1201"/>
              <a:gd name="p0y9" fmla="*/ 435 h 435"/>
              <a:gd name="p0x10" fmla="*/ 13 w 1201"/>
              <a:gd name="p0y10" fmla="*/ 435 h 435"/>
              <a:gd name="p0x11" fmla="*/ 0 w 1201"/>
              <a:gd name="p0y11" fmla="*/ 421 h 435"/>
              <a:gd name="p0x12" fmla="*/ 0 w 1201"/>
              <a:gd name="p0y12" fmla="*/ 405 h 435"/>
              <a:gd name="p0x13" fmla="*/ 0 w 1201"/>
              <a:gd name="p0y13" fmla="*/ 30 h 435"/>
              <a:gd name="p0x14" fmla="*/ 0 w 1201"/>
              <a:gd name="p0y14" fmla="*/ 13 h 435"/>
              <a:gd name="p0x15" fmla="*/ 13 w 1201"/>
              <a:gd name="p0y15" fmla="*/ 0 h 435"/>
              <a:gd name="p0x16" fmla="*/ 30 w 1201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3667125" y="1343025"/>
            <a:ext cx="76297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2026.06</a:t>
            </a:r>
            <a:endParaRPr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4430097" y="1328738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sz="13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6"/>
            </p:custDataLst>
          </p:nvPr>
        </p:nvSpPr>
        <p:spPr>
          <a:xfrm>
            <a:off x="3590925" y="1679258"/>
            <a:ext cx="21907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核心功能开发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7"/>
            </p:custDataLst>
          </p:nvPr>
        </p:nvSpPr>
        <p:spPr>
          <a:xfrm>
            <a:off x="3590925" y="3028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3657600" y="3090545"/>
            <a:ext cx="209550" cy="2146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4048125" y="3014663"/>
            <a:ext cx="18097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CIM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插桩，增加组件树信息采集能力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3590925" y="37528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11095" r="-11095"/>
          <a:stretch>
            <a:fillRect/>
          </a:stretch>
        </p:blipFill>
        <p:spPr>
          <a:xfrm>
            <a:off x="3630930" y="3814445"/>
            <a:ext cx="262255" cy="21463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4048125" y="3738563"/>
            <a:ext cx="17335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实现组件解析器、优先级计算引擎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3590925" y="44767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3657600" y="4538345"/>
            <a:ext cx="209550" cy="2146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1"/>
            </p:custDataLst>
          </p:nvPr>
        </p:nvSpPr>
        <p:spPr>
          <a:xfrm>
            <a:off x="4048125" y="4462463"/>
            <a:ext cx="17335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改造事件采样器，实现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ε-greedy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按权重采样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2"/>
            </p:custDataLst>
          </p:nvPr>
        </p:nvSpPr>
        <p:spPr>
          <a:xfrm>
            <a:off x="62147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50 w 4065"/>
              <a:gd name="p0y0" fmla="*/ 0 h 8445"/>
              <a:gd name="p0x1" fmla="*/ 3915 w 4065"/>
              <a:gd name="p0y1" fmla="*/ 0 h 8445"/>
              <a:gd name="p0x2" fmla="*/ 3997 w 4065"/>
              <a:gd name="p0y2" fmla="*/ 0 h 8445"/>
              <a:gd name="p0x3" fmla="*/ 4065 w 4065"/>
              <a:gd name="p0y3" fmla="*/ 67 h 8445"/>
              <a:gd name="p0x4" fmla="*/ 4065 w 4065"/>
              <a:gd name="p0y4" fmla="*/ 150 h 8445"/>
              <a:gd name="p0x5" fmla="*/ 4065 w 4065"/>
              <a:gd name="p0y5" fmla="*/ 8295 h 8445"/>
              <a:gd name="p0x6" fmla="*/ 4065 w 4065"/>
              <a:gd name="p0y6" fmla="*/ 8377 h 8445"/>
              <a:gd name="p0x7" fmla="*/ 3997 w 4065"/>
              <a:gd name="p0y7" fmla="*/ 8445 h 8445"/>
              <a:gd name="p0x8" fmla="*/ 3915 w 4065"/>
              <a:gd name="p0y8" fmla="*/ 8445 h 8445"/>
              <a:gd name="p0x9" fmla="*/ 150 w 4065"/>
              <a:gd name="p0y9" fmla="*/ 8445 h 8445"/>
              <a:gd name="p0x10" fmla="*/ 67 w 4065"/>
              <a:gd name="p0y10" fmla="*/ 8445 h 8445"/>
              <a:gd name="p0x11" fmla="*/ 0 w 4065"/>
              <a:gd name="p0y11" fmla="*/ 8377 h 8445"/>
              <a:gd name="p0x12" fmla="*/ 0 w 4065"/>
              <a:gd name="p0y12" fmla="*/ 8295 h 8445"/>
              <a:gd name="p0x13" fmla="*/ 0 w 4065"/>
              <a:gd name="p0y13" fmla="*/ 150 h 8445"/>
              <a:gd name="p0x14" fmla="*/ 0 w 4065"/>
              <a:gd name="p0y14" fmla="*/ 67 h 8445"/>
              <a:gd name="p0x15" fmla="*/ 67 w 4065"/>
              <a:gd name="p0y15" fmla="*/ 0 h 8445"/>
              <a:gd name="p0x16" fmla="*/ 15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43"/>
            </p:custDataLst>
          </p:nvPr>
        </p:nvSpPr>
        <p:spPr>
          <a:xfrm>
            <a:off x="6410325" y="1304925"/>
            <a:ext cx="762635" cy="276225"/>
          </a:xfrm>
          <a:custGeom>
            <a:avLst/>
            <a:gdLst>
              <a:gd name="sw" fmla="*/ 1 w 1201"/>
              <a:gd name="sh" fmla="*/ 1 h 435"/>
              <a:gd name="mins" fmla="min sw sh"/>
              <a:gd name="dsw" fmla="+- 0 sw mins"/>
              <a:gd name="dsh" fmla="+- 0 sh mins"/>
              <a:gd name="p0x0" fmla="*/ 30 w 1201"/>
              <a:gd name="p0y0" fmla="*/ 0 h 435"/>
              <a:gd name="p0x1" fmla="*/ 1171 w 1201"/>
              <a:gd name="p0y1" fmla="*/ 0 h 435"/>
              <a:gd name="p0x2" fmla="*/ 1188 w 1201"/>
              <a:gd name="p0y2" fmla="*/ 0 h 435"/>
              <a:gd name="p0x3" fmla="*/ 1201 w 1201"/>
              <a:gd name="p0y3" fmla="*/ 13 h 435"/>
              <a:gd name="p0x4" fmla="*/ 1201 w 1201"/>
              <a:gd name="p0y4" fmla="*/ 30 h 435"/>
              <a:gd name="p0x5" fmla="*/ 1201 w 1201"/>
              <a:gd name="p0y5" fmla="*/ 405 h 435"/>
              <a:gd name="p0x6" fmla="*/ 1201 w 1201"/>
              <a:gd name="p0y6" fmla="*/ 421 h 435"/>
              <a:gd name="p0x7" fmla="*/ 1188 w 1201"/>
              <a:gd name="p0y7" fmla="*/ 435 h 435"/>
              <a:gd name="p0x8" fmla="*/ 1171 w 1201"/>
              <a:gd name="p0y8" fmla="*/ 435 h 435"/>
              <a:gd name="p0x9" fmla="*/ 30 w 1201"/>
              <a:gd name="p0y9" fmla="*/ 435 h 435"/>
              <a:gd name="p0x10" fmla="*/ 13 w 1201"/>
              <a:gd name="p0y10" fmla="*/ 435 h 435"/>
              <a:gd name="p0x11" fmla="*/ 0 w 1201"/>
              <a:gd name="p0y11" fmla="*/ 421 h 435"/>
              <a:gd name="p0x12" fmla="*/ 0 w 1201"/>
              <a:gd name="p0y12" fmla="*/ 405 h 435"/>
              <a:gd name="p0x13" fmla="*/ 0 w 1201"/>
              <a:gd name="p0y13" fmla="*/ 30 h 435"/>
              <a:gd name="p0x14" fmla="*/ 0 w 1201"/>
              <a:gd name="p0y14" fmla="*/ 13 h 435"/>
              <a:gd name="p0x15" fmla="*/ 13 w 1201"/>
              <a:gd name="p0y15" fmla="*/ 0 h 435"/>
              <a:gd name="p0x16" fmla="*/ 30 w 1201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44"/>
            </p:custDataLst>
          </p:nvPr>
        </p:nvSpPr>
        <p:spPr>
          <a:xfrm>
            <a:off x="6486525" y="1343025"/>
            <a:ext cx="76297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2026.07</a:t>
            </a:r>
            <a:endParaRPr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5"/>
            </p:custDataLst>
          </p:nvPr>
        </p:nvSpPr>
        <p:spPr>
          <a:xfrm>
            <a:off x="7249496" y="1328738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第三阶段</a:t>
            </a:r>
            <a:endParaRPr sz="13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6"/>
            </p:custDataLst>
          </p:nvPr>
        </p:nvSpPr>
        <p:spPr>
          <a:xfrm>
            <a:off x="6410325" y="1679258"/>
            <a:ext cx="2190750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集成测试与对比实验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7"/>
            </p:custDataLst>
          </p:nvPr>
        </p:nvSpPr>
        <p:spPr>
          <a:xfrm>
            <a:off x="6410325" y="27381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5000" t="-6167" r="-5000" b="-6167"/>
          <a:stretch>
            <a:fillRect/>
          </a:stretch>
        </p:blipFill>
        <p:spPr>
          <a:xfrm>
            <a:off x="6477000" y="2800350"/>
            <a:ext cx="209550" cy="2139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1"/>
            </p:custDataLst>
          </p:nvPr>
        </p:nvSpPr>
        <p:spPr>
          <a:xfrm>
            <a:off x="6867525" y="2724150"/>
            <a:ext cx="17335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2-3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个开源鸿蒙应用上部署改进后的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endParaRPr lang="en-US" altLang="zh-CN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52"/>
            </p:custDataLst>
          </p:nvPr>
        </p:nvSpPr>
        <p:spPr>
          <a:xfrm>
            <a:off x="6410325" y="37668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7895" t="-3492" r="-7895" b="-3492"/>
          <a:stretch>
            <a:fillRect/>
          </a:stretch>
        </p:blipFill>
        <p:spPr>
          <a:xfrm>
            <a:off x="6477000" y="3829050"/>
            <a:ext cx="209550" cy="213995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6"/>
            </p:custDataLst>
          </p:nvPr>
        </p:nvSpPr>
        <p:spPr>
          <a:xfrm>
            <a:off x="6867525" y="3752850"/>
            <a:ext cx="17335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分别运行原始版本和改进版本，记录测试数据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57"/>
            </p:custDataLst>
          </p:nvPr>
        </p:nvSpPr>
        <p:spPr>
          <a:xfrm>
            <a:off x="6410325" y="47955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6477000" y="4857750"/>
            <a:ext cx="209550" cy="213995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61"/>
            </p:custDataLst>
          </p:nvPr>
        </p:nvSpPr>
        <p:spPr>
          <a:xfrm>
            <a:off x="6867525" y="4781550"/>
            <a:ext cx="1733550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对比指标：达到相同覆盖率所需事件数、最终覆盖率、崩溃发现数量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62"/>
            </p:custDataLst>
          </p:nvPr>
        </p:nvSpPr>
        <p:spPr>
          <a:xfrm>
            <a:off x="90341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50 w 4065"/>
              <a:gd name="p0y0" fmla="*/ 0 h 8445"/>
              <a:gd name="p0x1" fmla="*/ 3915 w 4065"/>
              <a:gd name="p0y1" fmla="*/ 0 h 8445"/>
              <a:gd name="p0x2" fmla="*/ 3997 w 4065"/>
              <a:gd name="p0y2" fmla="*/ 0 h 8445"/>
              <a:gd name="p0x3" fmla="*/ 4065 w 4065"/>
              <a:gd name="p0y3" fmla="*/ 67 h 8445"/>
              <a:gd name="p0x4" fmla="*/ 4065 w 4065"/>
              <a:gd name="p0y4" fmla="*/ 150 h 8445"/>
              <a:gd name="p0x5" fmla="*/ 4065 w 4065"/>
              <a:gd name="p0y5" fmla="*/ 8295 h 8445"/>
              <a:gd name="p0x6" fmla="*/ 4065 w 4065"/>
              <a:gd name="p0y6" fmla="*/ 8377 h 8445"/>
              <a:gd name="p0x7" fmla="*/ 3997 w 4065"/>
              <a:gd name="p0y7" fmla="*/ 8445 h 8445"/>
              <a:gd name="p0x8" fmla="*/ 3915 w 4065"/>
              <a:gd name="p0y8" fmla="*/ 8445 h 8445"/>
              <a:gd name="p0x9" fmla="*/ 150 w 4065"/>
              <a:gd name="p0y9" fmla="*/ 8445 h 8445"/>
              <a:gd name="p0x10" fmla="*/ 67 w 4065"/>
              <a:gd name="p0y10" fmla="*/ 8445 h 8445"/>
              <a:gd name="p0x11" fmla="*/ 0 w 4065"/>
              <a:gd name="p0y11" fmla="*/ 8377 h 8445"/>
              <a:gd name="p0x12" fmla="*/ 0 w 4065"/>
              <a:gd name="p0y12" fmla="*/ 8295 h 8445"/>
              <a:gd name="p0x13" fmla="*/ 0 w 4065"/>
              <a:gd name="p0y13" fmla="*/ 150 h 8445"/>
              <a:gd name="p0x14" fmla="*/ 0 w 4065"/>
              <a:gd name="p0y14" fmla="*/ 67 h 8445"/>
              <a:gd name="p0x15" fmla="*/ 67 w 4065"/>
              <a:gd name="p0y15" fmla="*/ 0 h 8445"/>
              <a:gd name="p0x16" fmla="*/ 15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63"/>
            </p:custDataLst>
          </p:nvPr>
        </p:nvSpPr>
        <p:spPr>
          <a:xfrm>
            <a:off x="9229725" y="1304925"/>
            <a:ext cx="762635" cy="276225"/>
          </a:xfrm>
          <a:custGeom>
            <a:avLst/>
            <a:gdLst>
              <a:gd name="sw" fmla="*/ 1 w 1201"/>
              <a:gd name="sh" fmla="*/ 1 h 435"/>
              <a:gd name="mins" fmla="min sw sh"/>
              <a:gd name="dsw" fmla="+- 0 sw mins"/>
              <a:gd name="dsh" fmla="+- 0 sh mins"/>
              <a:gd name="p0x0" fmla="*/ 30 w 1201"/>
              <a:gd name="p0y0" fmla="*/ 0 h 435"/>
              <a:gd name="p0x1" fmla="*/ 1171 w 1201"/>
              <a:gd name="p0y1" fmla="*/ 0 h 435"/>
              <a:gd name="p0x2" fmla="*/ 1188 w 1201"/>
              <a:gd name="p0y2" fmla="*/ 0 h 435"/>
              <a:gd name="p0x3" fmla="*/ 1201 w 1201"/>
              <a:gd name="p0y3" fmla="*/ 13 h 435"/>
              <a:gd name="p0x4" fmla="*/ 1201 w 1201"/>
              <a:gd name="p0y4" fmla="*/ 30 h 435"/>
              <a:gd name="p0x5" fmla="*/ 1201 w 1201"/>
              <a:gd name="p0y5" fmla="*/ 405 h 435"/>
              <a:gd name="p0x6" fmla="*/ 1201 w 1201"/>
              <a:gd name="p0y6" fmla="*/ 421 h 435"/>
              <a:gd name="p0x7" fmla="*/ 1188 w 1201"/>
              <a:gd name="p0y7" fmla="*/ 435 h 435"/>
              <a:gd name="p0x8" fmla="*/ 1171 w 1201"/>
              <a:gd name="p0y8" fmla="*/ 435 h 435"/>
              <a:gd name="p0x9" fmla="*/ 30 w 1201"/>
              <a:gd name="p0y9" fmla="*/ 435 h 435"/>
              <a:gd name="p0x10" fmla="*/ 13 w 1201"/>
              <a:gd name="p0y10" fmla="*/ 435 h 435"/>
              <a:gd name="p0x11" fmla="*/ 0 w 1201"/>
              <a:gd name="p0y11" fmla="*/ 421 h 435"/>
              <a:gd name="p0x12" fmla="*/ 0 w 1201"/>
              <a:gd name="p0y12" fmla="*/ 405 h 435"/>
              <a:gd name="p0x13" fmla="*/ 0 w 1201"/>
              <a:gd name="p0y13" fmla="*/ 30 h 435"/>
              <a:gd name="p0x14" fmla="*/ 0 w 1201"/>
              <a:gd name="p0y14" fmla="*/ 13 h 435"/>
              <a:gd name="p0x15" fmla="*/ 13 w 1201"/>
              <a:gd name="p0y15" fmla="*/ 0 h 435"/>
              <a:gd name="p0x16" fmla="*/ 30 w 1201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64"/>
            </p:custDataLst>
          </p:nvPr>
        </p:nvSpPr>
        <p:spPr>
          <a:xfrm>
            <a:off x="9305925" y="1343025"/>
            <a:ext cx="76297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2026.07</a:t>
            </a:r>
            <a:endParaRPr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65"/>
            </p:custDataLst>
          </p:nvPr>
        </p:nvSpPr>
        <p:spPr>
          <a:xfrm>
            <a:off x="10068896" y="1328738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第四阶段</a:t>
            </a:r>
            <a:endParaRPr sz="13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66"/>
            </p:custDataLst>
          </p:nvPr>
        </p:nvSpPr>
        <p:spPr>
          <a:xfrm>
            <a:off x="9229725" y="1679258"/>
            <a:ext cx="21907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结果分析与总结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67"/>
            </p:custDataLst>
          </p:nvPr>
        </p:nvSpPr>
        <p:spPr>
          <a:xfrm>
            <a:off x="9229725" y="35433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9296400" y="3604895"/>
            <a:ext cx="209550" cy="214630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71"/>
            </p:custDataLst>
          </p:nvPr>
        </p:nvSpPr>
        <p:spPr>
          <a:xfrm>
            <a:off x="9686925" y="3529013"/>
            <a:ext cx="17335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分析实验数据，评估改进效果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72"/>
            </p:custDataLst>
          </p:nvPr>
        </p:nvSpPr>
        <p:spPr>
          <a:xfrm>
            <a:off x="9229725" y="42672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-9855" t="-1212" r="-9855" b="-1212"/>
          <a:stretch>
            <a:fillRect/>
          </a:stretch>
        </p:blipFill>
        <p:spPr>
          <a:xfrm>
            <a:off x="9269730" y="4328795"/>
            <a:ext cx="262255" cy="214630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76"/>
            </p:custDataLst>
          </p:nvPr>
        </p:nvSpPr>
        <p:spPr>
          <a:xfrm>
            <a:off x="9686925" y="4252913"/>
            <a:ext cx="18097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撰写结题报告，总结技术方案和经验教训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可行性分析与预期成果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技术可行性分析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419725" cy="2581275"/>
          </a:xfrm>
          <a:custGeom>
            <a:avLst/>
            <a:gdLst>
              <a:gd name="sw" fmla="*/ 1 w 8535"/>
              <a:gd name="sh" fmla="*/ 1 h 4065"/>
              <a:gd name="mins" fmla="min sw sh"/>
              <a:gd name="dsw" fmla="+- 0 sw mins"/>
              <a:gd name="dsh" fmla="+- 0 sh mins"/>
              <a:gd name="p0x0" fmla="*/ 150 w 8535"/>
              <a:gd name="p0y0" fmla="*/ 0 h 4065"/>
              <a:gd name="p0x1" fmla="*/ 8385 w 8535"/>
              <a:gd name="p0y1" fmla="*/ 0 h 4065"/>
              <a:gd name="p0x2" fmla="*/ 8467 w 8535"/>
              <a:gd name="p0y2" fmla="*/ 0 h 4065"/>
              <a:gd name="p0x3" fmla="*/ 8535 w 8535"/>
              <a:gd name="p0y3" fmla="*/ 67 h 4065"/>
              <a:gd name="p0x4" fmla="*/ 8535 w 8535"/>
              <a:gd name="p0y4" fmla="*/ 150 h 4065"/>
              <a:gd name="p0x5" fmla="*/ 8535 w 8535"/>
              <a:gd name="p0y5" fmla="*/ 3915 h 4065"/>
              <a:gd name="p0x6" fmla="*/ 8535 w 8535"/>
              <a:gd name="p0y6" fmla="*/ 3997 h 4065"/>
              <a:gd name="p0x7" fmla="*/ 8467 w 8535"/>
              <a:gd name="p0y7" fmla="*/ 4065 h 4065"/>
              <a:gd name="p0x8" fmla="*/ 8385 w 8535"/>
              <a:gd name="p0y8" fmla="*/ 4065 h 4065"/>
              <a:gd name="p0x9" fmla="*/ 150 w 8535"/>
              <a:gd name="p0y9" fmla="*/ 4065 h 4065"/>
              <a:gd name="p0x10" fmla="*/ 67 w 8535"/>
              <a:gd name="p0y10" fmla="*/ 4065 h 4065"/>
              <a:gd name="p0x11" fmla="*/ 0 w 8535"/>
              <a:gd name="p0y11" fmla="*/ 3997 h 4065"/>
              <a:gd name="p0x12" fmla="*/ 0 w 8535"/>
              <a:gd name="p0y12" fmla="*/ 3915 h 4065"/>
              <a:gd name="p0x13" fmla="*/ 0 w 8535"/>
              <a:gd name="p0y13" fmla="*/ 150 h 4065"/>
              <a:gd name="p0x14" fmla="*/ 0 w 8535"/>
              <a:gd name="p0y14" fmla="*/ 67 h 4065"/>
              <a:gd name="p0x15" fmla="*/ 67 w 8535"/>
              <a:gd name="p0y15" fmla="*/ 0 h 4065"/>
              <a:gd name="p0x16" fmla="*/ 150 w 853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215265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613" b="-1613"/>
          <a:stretch>
            <a:fillRect/>
          </a:stretch>
        </p:blipFill>
        <p:spPr>
          <a:xfrm>
            <a:off x="866775" y="2247900"/>
            <a:ext cx="304800" cy="3048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419225" y="1767888"/>
            <a:ext cx="4381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模块化架构支持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419225" y="2140315"/>
            <a:ext cx="43815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采用模块化设计，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之间已有数据交互基础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419225" y="2726998"/>
            <a:ext cx="43815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为插入优先级计算和反馈查询提供了天然接口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6195695" y="1109345"/>
            <a:ext cx="5419725" cy="2581275"/>
          </a:xfrm>
          <a:custGeom>
            <a:avLst/>
            <a:gdLst>
              <a:gd name="sw" fmla="*/ 1 w 8535"/>
              <a:gd name="sh" fmla="*/ 1 h 4065"/>
              <a:gd name="mins" fmla="min sw sh"/>
              <a:gd name="dsw" fmla="+- 0 sw mins"/>
              <a:gd name="dsh" fmla="+- 0 sh mins"/>
              <a:gd name="p0x0" fmla="*/ 150 w 8535"/>
              <a:gd name="p0y0" fmla="*/ 0 h 4065"/>
              <a:gd name="p0x1" fmla="*/ 8385 w 8535"/>
              <a:gd name="p0y1" fmla="*/ 0 h 4065"/>
              <a:gd name="p0x2" fmla="*/ 8467 w 8535"/>
              <a:gd name="p0y2" fmla="*/ 0 h 4065"/>
              <a:gd name="p0x3" fmla="*/ 8535 w 8535"/>
              <a:gd name="p0y3" fmla="*/ 67 h 4065"/>
              <a:gd name="p0x4" fmla="*/ 8535 w 8535"/>
              <a:gd name="p0y4" fmla="*/ 150 h 4065"/>
              <a:gd name="p0x5" fmla="*/ 8535 w 8535"/>
              <a:gd name="p0y5" fmla="*/ 3915 h 4065"/>
              <a:gd name="p0x6" fmla="*/ 8535 w 8535"/>
              <a:gd name="p0y6" fmla="*/ 3997 h 4065"/>
              <a:gd name="p0x7" fmla="*/ 8467 w 8535"/>
              <a:gd name="p0y7" fmla="*/ 4065 h 4065"/>
              <a:gd name="p0x8" fmla="*/ 8385 w 8535"/>
              <a:gd name="p0y8" fmla="*/ 4065 h 4065"/>
              <a:gd name="p0x9" fmla="*/ 150 w 8535"/>
              <a:gd name="p0y9" fmla="*/ 4065 h 4065"/>
              <a:gd name="p0x10" fmla="*/ 67 w 8535"/>
              <a:gd name="p0y10" fmla="*/ 4065 h 4065"/>
              <a:gd name="p0x11" fmla="*/ 0 w 8535"/>
              <a:gd name="p0y11" fmla="*/ 3997 h 4065"/>
              <a:gd name="p0x12" fmla="*/ 0 w 8535"/>
              <a:gd name="p0y12" fmla="*/ 3915 h 4065"/>
              <a:gd name="p0x13" fmla="*/ 0 w 8535"/>
              <a:gd name="p0y13" fmla="*/ 150 h 4065"/>
              <a:gd name="p0x14" fmla="*/ 0 w 8535"/>
              <a:gd name="p0y14" fmla="*/ 67 h 4065"/>
              <a:gd name="p0x15" fmla="*/ 67 w 8535"/>
              <a:gd name="p0y15" fmla="*/ 0 h 4065"/>
              <a:gd name="p0x16" fmla="*/ 150 w 853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6391275" y="215265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3125" r="-3125"/>
          <a:stretch>
            <a:fillRect/>
          </a:stretch>
        </p:blipFill>
        <p:spPr>
          <a:xfrm>
            <a:off x="6505575" y="2247900"/>
            <a:ext cx="266700" cy="3048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038975" y="1905028"/>
            <a:ext cx="4381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插桩能力可扩展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7038975" y="2277456"/>
            <a:ext cx="43815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CIM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已具备对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ArkTS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源码进行插桩的能力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7038975" y="2589848"/>
            <a:ext cx="43815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可在此基础上扩展组件树信息的采集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575945" y="3890645"/>
            <a:ext cx="5419725" cy="2581275"/>
          </a:xfrm>
          <a:custGeom>
            <a:avLst/>
            <a:gdLst>
              <a:gd name="sw" fmla="*/ 1 w 8535"/>
              <a:gd name="sh" fmla="*/ 1 h 4065"/>
              <a:gd name="mins" fmla="min sw sh"/>
              <a:gd name="dsw" fmla="+- 0 sw mins"/>
              <a:gd name="dsh" fmla="+- 0 sh mins"/>
              <a:gd name="p0x0" fmla="*/ 150 w 8535"/>
              <a:gd name="p0y0" fmla="*/ 0 h 4065"/>
              <a:gd name="p0x1" fmla="*/ 8385 w 8535"/>
              <a:gd name="p0y1" fmla="*/ 0 h 4065"/>
              <a:gd name="p0x2" fmla="*/ 8467 w 8535"/>
              <a:gd name="p0y2" fmla="*/ 0 h 4065"/>
              <a:gd name="p0x3" fmla="*/ 8535 w 8535"/>
              <a:gd name="p0y3" fmla="*/ 67 h 4065"/>
              <a:gd name="p0x4" fmla="*/ 8535 w 8535"/>
              <a:gd name="p0y4" fmla="*/ 150 h 4065"/>
              <a:gd name="p0x5" fmla="*/ 8535 w 8535"/>
              <a:gd name="p0y5" fmla="*/ 3915 h 4065"/>
              <a:gd name="p0x6" fmla="*/ 8535 w 8535"/>
              <a:gd name="p0y6" fmla="*/ 3997 h 4065"/>
              <a:gd name="p0x7" fmla="*/ 8467 w 8535"/>
              <a:gd name="p0y7" fmla="*/ 4065 h 4065"/>
              <a:gd name="p0x8" fmla="*/ 8385 w 8535"/>
              <a:gd name="p0y8" fmla="*/ 4065 h 4065"/>
              <a:gd name="p0x9" fmla="*/ 150 w 8535"/>
              <a:gd name="p0y9" fmla="*/ 4065 h 4065"/>
              <a:gd name="p0x10" fmla="*/ 67 w 8535"/>
              <a:gd name="p0y10" fmla="*/ 4065 h 4065"/>
              <a:gd name="p0x11" fmla="*/ 0 w 8535"/>
              <a:gd name="p0y11" fmla="*/ 3997 h 4065"/>
              <a:gd name="p0x12" fmla="*/ 0 w 8535"/>
              <a:gd name="p0y12" fmla="*/ 3915 h 4065"/>
              <a:gd name="p0x13" fmla="*/ 0 w 8535"/>
              <a:gd name="p0y13" fmla="*/ 150 h 4065"/>
              <a:gd name="p0x14" fmla="*/ 0 w 8535"/>
              <a:gd name="p0y14" fmla="*/ 67 h 4065"/>
              <a:gd name="p0x15" fmla="*/ 67 w 8535"/>
              <a:gd name="p0y15" fmla="*/ 0 h 4065"/>
              <a:gd name="p0x16" fmla="*/ 150 w 853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771525" y="493395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7143" b="-7143"/>
          <a:stretch>
            <a:fillRect/>
          </a:stretch>
        </p:blipFill>
        <p:spPr>
          <a:xfrm>
            <a:off x="866775" y="5029200"/>
            <a:ext cx="304800" cy="3048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1419225" y="4549187"/>
            <a:ext cx="4381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组件信息可获取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1419225" y="4921615"/>
            <a:ext cx="43815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OpenHarmony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框架中，组件遵循树形结构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1419225" y="5234006"/>
            <a:ext cx="43815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组件类型可参照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官方文档分类进行识别，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 Inspector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工具提供组件树可视化查看能力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6195695" y="3890645"/>
            <a:ext cx="5419725" cy="2581275"/>
          </a:xfrm>
          <a:custGeom>
            <a:avLst/>
            <a:gdLst>
              <a:gd name="sw" fmla="*/ 1 w 8535"/>
              <a:gd name="sh" fmla="*/ 1 h 4065"/>
              <a:gd name="mins" fmla="min sw sh"/>
              <a:gd name="dsw" fmla="+- 0 sw mins"/>
              <a:gd name="dsh" fmla="+- 0 sh mins"/>
              <a:gd name="p0x0" fmla="*/ 150 w 8535"/>
              <a:gd name="p0y0" fmla="*/ 0 h 4065"/>
              <a:gd name="p0x1" fmla="*/ 8385 w 8535"/>
              <a:gd name="p0y1" fmla="*/ 0 h 4065"/>
              <a:gd name="p0x2" fmla="*/ 8467 w 8535"/>
              <a:gd name="p0y2" fmla="*/ 0 h 4065"/>
              <a:gd name="p0x3" fmla="*/ 8535 w 8535"/>
              <a:gd name="p0y3" fmla="*/ 67 h 4065"/>
              <a:gd name="p0x4" fmla="*/ 8535 w 8535"/>
              <a:gd name="p0y4" fmla="*/ 150 h 4065"/>
              <a:gd name="p0x5" fmla="*/ 8535 w 8535"/>
              <a:gd name="p0y5" fmla="*/ 3915 h 4065"/>
              <a:gd name="p0x6" fmla="*/ 8535 w 8535"/>
              <a:gd name="p0y6" fmla="*/ 3997 h 4065"/>
              <a:gd name="p0x7" fmla="*/ 8467 w 8535"/>
              <a:gd name="p0y7" fmla="*/ 4065 h 4065"/>
              <a:gd name="p0x8" fmla="*/ 8385 w 8535"/>
              <a:gd name="p0y8" fmla="*/ 4065 h 4065"/>
              <a:gd name="p0x9" fmla="*/ 150 w 8535"/>
              <a:gd name="p0y9" fmla="*/ 4065 h 4065"/>
              <a:gd name="p0x10" fmla="*/ 67 w 8535"/>
              <a:gd name="p0y10" fmla="*/ 4065 h 4065"/>
              <a:gd name="p0x11" fmla="*/ 0 w 8535"/>
              <a:gd name="p0y11" fmla="*/ 3997 h 4065"/>
              <a:gd name="p0x12" fmla="*/ 0 w 8535"/>
              <a:gd name="p0y12" fmla="*/ 3915 h 4065"/>
              <a:gd name="p0x13" fmla="*/ 0 w 8535"/>
              <a:gd name="p0y13" fmla="*/ 150 h 4065"/>
              <a:gd name="p0x14" fmla="*/ 0 w 8535"/>
              <a:gd name="p0y14" fmla="*/ 67 h 4065"/>
              <a:gd name="p0x15" fmla="*/ 67 w 8535"/>
              <a:gd name="p0y15" fmla="*/ 0 h 4065"/>
              <a:gd name="p0x16" fmla="*/ 150 w 853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7"/>
            </p:custDataLst>
          </p:nvPr>
        </p:nvSpPr>
        <p:spPr>
          <a:xfrm>
            <a:off x="6391275" y="493395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6486525" y="5029200"/>
            <a:ext cx="304800" cy="3048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7038975" y="4549187"/>
            <a:ext cx="4381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算法复杂度可控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2"/>
            </p:custDataLst>
          </p:nvPr>
        </p:nvSpPr>
        <p:spPr>
          <a:xfrm>
            <a:off x="7038975" y="4921615"/>
            <a:ext cx="43815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优先级计算为简单加权公式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(O(n)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，事件采样为按权重随机选择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(O(n)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7038975" y="5508298"/>
            <a:ext cx="43815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不会对测试执行造成显著性能开销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1617345"/>
          </a:xfrm>
          <a:prstGeom prst="rect">
            <a:avLst/>
          </a:prstGeom>
          <a:gradFill>
            <a:gsLst>
              <a:gs pos="0">
                <a:srgbClr val="0F2F7A"/>
              </a:gs>
              <a:gs pos="100000">
                <a:srgbClr val="397AF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602161"/>
            <a:ext cx="64008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effectLst>
                  <a:outerShdw blurRad="114300" dist="9525" dir="5399999" algn="ctr" rotWithShape="0">
                    <a:srgbClr val="000000">
                      <a:alpha val="1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资源可行性与风险应对</a:t>
            </a:r>
            <a:endParaRPr sz="2400" b="1">
              <a:solidFill>
                <a:srgbClr val="FFFFFF"/>
              </a:solidFill>
              <a:effectLst>
                <a:outerShdw blurRad="114300" dist="9525" dir="5399999" algn="ctr" rotWithShape="0">
                  <a:srgbClr val="000000">
                    <a:alpha val="14902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571500" y="1884464"/>
            <a:ext cx="110490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风险与应对措施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7014845" y="227330"/>
            <a:ext cx="990600" cy="1162050"/>
          </a:xfrm>
          <a:custGeom>
            <a:avLst/>
            <a:gdLst>
              <a:gd name="sw" fmla="*/ 1 w 1560"/>
              <a:gd name="sh" fmla="*/ 1 h 1830"/>
              <a:gd name="mins" fmla="min sw sh"/>
              <a:gd name="dsw" fmla="+- 0 sw mins"/>
              <a:gd name="dsh" fmla="+- 0 sh mins"/>
              <a:gd name="p0x0" fmla="*/ 150 w 1560"/>
              <a:gd name="p0y0" fmla="*/ 0 h 1830"/>
              <a:gd name="p0x1" fmla="*/ 1410 w 1560"/>
              <a:gd name="p0y1" fmla="*/ 0 h 1830"/>
              <a:gd name="p0x2" fmla="*/ 1492 w 1560"/>
              <a:gd name="p0y2" fmla="*/ 0 h 1830"/>
              <a:gd name="p0x3" fmla="*/ 1560 w 1560"/>
              <a:gd name="p0y3" fmla="*/ 67 h 1830"/>
              <a:gd name="p0x4" fmla="*/ 1560 w 1560"/>
              <a:gd name="p0y4" fmla="*/ 150 h 1830"/>
              <a:gd name="p0x5" fmla="*/ 1560 w 1560"/>
              <a:gd name="p0y5" fmla="*/ 1680 h 1830"/>
              <a:gd name="p0x6" fmla="*/ 1560 w 1560"/>
              <a:gd name="p0y6" fmla="*/ 1762 h 1830"/>
              <a:gd name="p0x7" fmla="*/ 1492 w 1560"/>
              <a:gd name="p0y7" fmla="*/ 1830 h 1830"/>
              <a:gd name="p0x8" fmla="*/ 1410 w 1560"/>
              <a:gd name="p0y8" fmla="*/ 1830 h 1830"/>
              <a:gd name="p0x9" fmla="*/ 150 w 1560"/>
              <a:gd name="p0y9" fmla="*/ 1830 h 1830"/>
              <a:gd name="p0x10" fmla="*/ 67 w 1560"/>
              <a:gd name="p0y10" fmla="*/ 1830 h 1830"/>
              <a:gd name="p0x11" fmla="*/ 0 w 1560"/>
              <a:gd name="p0y11" fmla="*/ 1762 h 1830"/>
              <a:gd name="p0x12" fmla="*/ 0 w 1560"/>
              <a:gd name="p0y12" fmla="*/ 1680 h 1830"/>
              <a:gd name="p0x13" fmla="*/ 0 w 1560"/>
              <a:gd name="p0y13" fmla="*/ 150 h 1830"/>
              <a:gd name="p0x14" fmla="*/ 0 w 1560"/>
              <a:gd name="p0y14" fmla="*/ 67 h 1830"/>
              <a:gd name="p0x15" fmla="*/ 67 w 1560"/>
              <a:gd name="p0y15" fmla="*/ 0 h 1830"/>
              <a:gd name="p0x16" fmla="*/ 150 w 1560"/>
              <a:gd name="p0y16" fmla="*/ 0 h 18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7192785" y="346920"/>
            <a:ext cx="78774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已开源</a:t>
            </a:r>
            <a:endParaRPr lang="zh-CN" altLang="en-US" sz="12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172325" y="585045"/>
            <a:ext cx="676275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代码可获取</a:t>
            </a:r>
            <a:endParaRPr 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8205470" y="227330"/>
            <a:ext cx="990600" cy="1162050"/>
          </a:xfrm>
          <a:custGeom>
            <a:avLst/>
            <a:gdLst>
              <a:gd name="sw" fmla="*/ 1 w 1560"/>
              <a:gd name="sh" fmla="*/ 1 h 1830"/>
              <a:gd name="mins" fmla="min sw sh"/>
              <a:gd name="dsw" fmla="+- 0 sw mins"/>
              <a:gd name="dsh" fmla="+- 0 sh mins"/>
              <a:gd name="p0x0" fmla="*/ 150 w 1560"/>
              <a:gd name="p0y0" fmla="*/ 0 h 1830"/>
              <a:gd name="p0x1" fmla="*/ 1410 w 1560"/>
              <a:gd name="p0y1" fmla="*/ 0 h 1830"/>
              <a:gd name="p0x2" fmla="*/ 1492 w 1560"/>
              <a:gd name="p0y2" fmla="*/ 0 h 1830"/>
              <a:gd name="p0x3" fmla="*/ 1560 w 1560"/>
              <a:gd name="p0y3" fmla="*/ 67 h 1830"/>
              <a:gd name="p0x4" fmla="*/ 1560 w 1560"/>
              <a:gd name="p0y4" fmla="*/ 150 h 1830"/>
              <a:gd name="p0x5" fmla="*/ 1560 w 1560"/>
              <a:gd name="p0y5" fmla="*/ 1680 h 1830"/>
              <a:gd name="p0x6" fmla="*/ 1560 w 1560"/>
              <a:gd name="p0y6" fmla="*/ 1762 h 1830"/>
              <a:gd name="p0x7" fmla="*/ 1492 w 1560"/>
              <a:gd name="p0y7" fmla="*/ 1830 h 1830"/>
              <a:gd name="p0x8" fmla="*/ 1410 w 1560"/>
              <a:gd name="p0y8" fmla="*/ 1830 h 1830"/>
              <a:gd name="p0x9" fmla="*/ 150 w 1560"/>
              <a:gd name="p0y9" fmla="*/ 1830 h 1830"/>
              <a:gd name="p0x10" fmla="*/ 67 w 1560"/>
              <a:gd name="p0y10" fmla="*/ 1830 h 1830"/>
              <a:gd name="p0x11" fmla="*/ 0 w 1560"/>
              <a:gd name="p0y11" fmla="*/ 1762 h 1830"/>
              <a:gd name="p0x12" fmla="*/ 0 w 1560"/>
              <a:gd name="p0y12" fmla="*/ 1680 h 1830"/>
              <a:gd name="p0x13" fmla="*/ 0 w 1560"/>
              <a:gd name="p0y13" fmla="*/ 150 h 1830"/>
              <a:gd name="p0x14" fmla="*/ 0 w 1560"/>
              <a:gd name="p0y14" fmla="*/ 67 h 1830"/>
              <a:gd name="p0x15" fmla="*/ 67 w 1560"/>
              <a:gd name="p0y15" fmla="*/ 0 h 1830"/>
              <a:gd name="p0x16" fmla="*/ 150 w 1560"/>
              <a:gd name="p0y16" fmla="*/ 0 h 18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8459610" y="346920"/>
            <a:ext cx="63534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完备</a:t>
            </a:r>
            <a:endParaRPr lang="zh-CN" altLang="en-US" sz="12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362950" y="585045"/>
            <a:ext cx="676275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技术文档和实验环境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9396095" y="113030"/>
            <a:ext cx="990600" cy="1390650"/>
          </a:xfrm>
          <a:custGeom>
            <a:avLst/>
            <a:gdLst>
              <a:gd name="sw" fmla="*/ 1 w 1560"/>
              <a:gd name="sh" fmla="*/ 1 h 2190"/>
              <a:gd name="mins" fmla="min sw sh"/>
              <a:gd name="dsw" fmla="+- 0 sw mins"/>
              <a:gd name="dsh" fmla="+- 0 sh mins"/>
              <a:gd name="p0x0" fmla="*/ 150 w 1560"/>
              <a:gd name="p0y0" fmla="*/ 0 h 2190"/>
              <a:gd name="p0x1" fmla="*/ 1410 w 1560"/>
              <a:gd name="p0y1" fmla="*/ 0 h 2190"/>
              <a:gd name="p0x2" fmla="*/ 1492 w 1560"/>
              <a:gd name="p0y2" fmla="*/ 0 h 2190"/>
              <a:gd name="p0x3" fmla="*/ 1560 w 1560"/>
              <a:gd name="p0y3" fmla="*/ 67 h 2190"/>
              <a:gd name="p0x4" fmla="*/ 1560 w 1560"/>
              <a:gd name="p0y4" fmla="*/ 150 h 2190"/>
              <a:gd name="p0x5" fmla="*/ 1560 w 1560"/>
              <a:gd name="p0y5" fmla="*/ 2040 h 2190"/>
              <a:gd name="p0x6" fmla="*/ 1560 w 1560"/>
              <a:gd name="p0y6" fmla="*/ 2122 h 2190"/>
              <a:gd name="p0x7" fmla="*/ 1492 w 1560"/>
              <a:gd name="p0y7" fmla="*/ 2190 h 2190"/>
              <a:gd name="p0x8" fmla="*/ 1410 w 1560"/>
              <a:gd name="p0y8" fmla="*/ 2190 h 2190"/>
              <a:gd name="p0x9" fmla="*/ 150 w 1560"/>
              <a:gd name="p0y9" fmla="*/ 2190 h 2190"/>
              <a:gd name="p0x10" fmla="*/ 67 w 1560"/>
              <a:gd name="p0y10" fmla="*/ 2190 h 2190"/>
              <a:gd name="p0x11" fmla="*/ 0 w 1560"/>
              <a:gd name="p0y11" fmla="*/ 2122 h 2190"/>
              <a:gd name="p0x12" fmla="*/ 0 w 1560"/>
              <a:gd name="p0y12" fmla="*/ 2040 h 2190"/>
              <a:gd name="p0x13" fmla="*/ 0 w 1560"/>
              <a:gd name="p0y13" fmla="*/ 150 h 2190"/>
              <a:gd name="p0x14" fmla="*/ 0 w 1560"/>
              <a:gd name="p0y14" fmla="*/ 67 h 2190"/>
              <a:gd name="p0x15" fmla="*/ 67 w 1560"/>
              <a:gd name="p0y15" fmla="*/ 0 h 2190"/>
              <a:gd name="p0x16" fmla="*/ 150 w 1560"/>
              <a:gd name="p0y16" fmla="*/ 0 h 2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9574035" y="232620"/>
            <a:ext cx="78774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</a:t>
            </a:r>
            <a:endParaRPr lang="zh-CN" altLang="en-US" sz="12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9553575" y="470745"/>
            <a:ext cx="676275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开源鸿蒙应用可供实验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10586720" y="227330"/>
            <a:ext cx="990600" cy="1162050"/>
          </a:xfrm>
          <a:custGeom>
            <a:avLst/>
            <a:gdLst>
              <a:gd name="sw" fmla="*/ 1 w 1560"/>
              <a:gd name="sh" fmla="*/ 1 h 1830"/>
              <a:gd name="mins" fmla="min sw sh"/>
              <a:gd name="dsw" fmla="+- 0 sw mins"/>
              <a:gd name="dsh" fmla="+- 0 sh mins"/>
              <a:gd name="p0x0" fmla="*/ 150 w 1560"/>
              <a:gd name="p0y0" fmla="*/ 0 h 1830"/>
              <a:gd name="p0x1" fmla="*/ 1410 w 1560"/>
              <a:gd name="p0y1" fmla="*/ 0 h 1830"/>
              <a:gd name="p0x2" fmla="*/ 1492 w 1560"/>
              <a:gd name="p0y2" fmla="*/ 0 h 1830"/>
              <a:gd name="p0x3" fmla="*/ 1560 w 1560"/>
              <a:gd name="p0y3" fmla="*/ 67 h 1830"/>
              <a:gd name="p0x4" fmla="*/ 1560 w 1560"/>
              <a:gd name="p0y4" fmla="*/ 150 h 1830"/>
              <a:gd name="p0x5" fmla="*/ 1560 w 1560"/>
              <a:gd name="p0y5" fmla="*/ 1680 h 1830"/>
              <a:gd name="p0x6" fmla="*/ 1560 w 1560"/>
              <a:gd name="p0y6" fmla="*/ 1762 h 1830"/>
              <a:gd name="p0x7" fmla="*/ 1492 w 1560"/>
              <a:gd name="p0y7" fmla="*/ 1830 h 1830"/>
              <a:gd name="p0x8" fmla="*/ 1410 w 1560"/>
              <a:gd name="p0y8" fmla="*/ 1830 h 1830"/>
              <a:gd name="p0x9" fmla="*/ 150 w 1560"/>
              <a:gd name="p0y9" fmla="*/ 1830 h 1830"/>
              <a:gd name="p0x10" fmla="*/ 67 w 1560"/>
              <a:gd name="p0y10" fmla="*/ 1830 h 1830"/>
              <a:gd name="p0x11" fmla="*/ 0 w 1560"/>
              <a:gd name="p0y11" fmla="*/ 1762 h 1830"/>
              <a:gd name="p0x12" fmla="*/ 0 w 1560"/>
              <a:gd name="p0y12" fmla="*/ 1680 h 1830"/>
              <a:gd name="p0x13" fmla="*/ 0 w 1560"/>
              <a:gd name="p0y13" fmla="*/ 150 h 1830"/>
              <a:gd name="p0x14" fmla="*/ 0 w 1560"/>
              <a:gd name="p0y14" fmla="*/ 67 h 1830"/>
              <a:gd name="p0x15" fmla="*/ 67 w 1560"/>
              <a:gd name="p0y15" fmla="*/ 0 h 1830"/>
              <a:gd name="p0x16" fmla="*/ 150 w 1560"/>
              <a:gd name="p0y16" fmla="*/ 0 h 18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10764660" y="346920"/>
            <a:ext cx="78774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可搭建</a:t>
            </a:r>
            <a:endParaRPr lang="zh-CN" altLang="en-US" sz="12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10744200" y="585045"/>
            <a:ext cx="676275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开发环境可搭建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575945" y="2393950"/>
            <a:ext cx="11039475" cy="4077970"/>
          </a:xfrm>
          <a:custGeom>
            <a:avLst/>
            <a:gdLst>
              <a:gd name="sw" fmla="*/ 1 w 17385"/>
              <a:gd name="sh" fmla="*/ 1 h 6422"/>
              <a:gd name="mins" fmla="min sw sh"/>
              <a:gd name="dsw" fmla="+- 0 sw mins"/>
              <a:gd name="dsh" fmla="+- 0 sh mins"/>
              <a:gd name="p0x0" fmla="*/ 150 w 17385"/>
              <a:gd name="p0y0" fmla="*/ 0 h 6422"/>
              <a:gd name="p0x1" fmla="*/ 17235 w 17385"/>
              <a:gd name="p0y1" fmla="*/ 0 h 6422"/>
              <a:gd name="p0x2" fmla="*/ 17317 w 17385"/>
              <a:gd name="p0y2" fmla="*/ 0 h 6422"/>
              <a:gd name="p0x3" fmla="*/ 17385 w 17385"/>
              <a:gd name="p0y3" fmla="*/ 67 h 6422"/>
              <a:gd name="p0x4" fmla="*/ 17385 w 17385"/>
              <a:gd name="p0y4" fmla="*/ 150 h 6422"/>
              <a:gd name="p0x5" fmla="*/ 17385 w 17385"/>
              <a:gd name="p0y5" fmla="*/ 6272 h 6422"/>
              <a:gd name="p0x6" fmla="*/ 17385 w 17385"/>
              <a:gd name="p0y6" fmla="*/ 6355 h 6422"/>
              <a:gd name="p0x7" fmla="*/ 17317 w 17385"/>
              <a:gd name="p0y7" fmla="*/ 6422 h 6422"/>
              <a:gd name="p0x8" fmla="*/ 17235 w 17385"/>
              <a:gd name="p0y8" fmla="*/ 6422 h 6422"/>
              <a:gd name="p0x9" fmla="*/ 150 w 17385"/>
              <a:gd name="p0y9" fmla="*/ 6422 h 6422"/>
              <a:gd name="p0x10" fmla="*/ 67 w 17385"/>
              <a:gd name="p0y10" fmla="*/ 6422 h 6422"/>
              <a:gd name="p0x11" fmla="*/ 0 w 17385"/>
              <a:gd name="p0y11" fmla="*/ 6355 h 6422"/>
              <a:gd name="p0x12" fmla="*/ 0 w 17385"/>
              <a:gd name="p0y12" fmla="*/ 6272 h 6422"/>
              <a:gd name="p0x13" fmla="*/ 0 w 17385"/>
              <a:gd name="p0y13" fmla="*/ 150 h 6422"/>
              <a:gd name="p0x14" fmla="*/ 0 w 17385"/>
              <a:gd name="p0y14" fmla="*/ 67 h 6422"/>
              <a:gd name="p0x15" fmla="*/ 67 w 17385"/>
              <a:gd name="p0y15" fmla="*/ 0 h 6422"/>
              <a:gd name="p0x16" fmla="*/ 150 w 17385"/>
              <a:gd name="p0y16" fmla="*/ 0 h 64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9" name="表格 18"/>
          <p:cNvGraphicFramePr/>
          <p:nvPr>
            <p:custDataLst>
              <p:tags r:id="rId17"/>
            </p:custDataLst>
          </p:nvPr>
        </p:nvGraphicFramePr>
        <p:xfrm>
          <a:off x="590550" y="2407920"/>
          <a:ext cx="11020423" cy="4059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6478"/>
                <a:gridCol w="1322412"/>
                <a:gridCol w="6171533"/>
              </a:tblGrid>
              <a:tr h="786705">
                <a:tc>
                  <a:txBody>
                    <a:bodyPr wrap="square"/>
                    <a:p>
                      <a:pPr algn="ctr"/>
                      <a:r>
                        <a:rPr sz="1050" b="1">
                          <a:solidFill>
                            <a:srgbClr val="397AF3"/>
                          </a:solidFill>
                          <a:latin typeface="Font Awesome 7 Free Solid" panose="02000903000000000000" charset="0"/>
                          <a:ea typeface="Font Awesome 7 Free Solid" panose="02000903000000000000" charset="0"/>
                          <a:cs typeface="Font Awesome 7 Free Solid" panose="02000903000000000000" charset="0"/>
                        </a:rPr>
                        <a:t></a:t>
                      </a: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397AF3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050" b="1">
                          <a:solidFill>
                            <a:srgbClr val="397AF3"/>
                          </a:solidFill>
                          <a:latin typeface="Font Awesome 7 Free Solid" panose="02000903000000000000" charset="0"/>
                          <a:ea typeface="Font Awesome 7 Free Solid" panose="02000903000000000000" charset="0"/>
                          <a:cs typeface="Font Awesome 7 Free Solid" panose="02000903000000000000" charset="0"/>
                        </a:rPr>
                        <a:t></a:t>
                      </a:r>
                      <a:endParaRPr sz="1050" b="1">
                        <a:solidFill>
                          <a:srgbClr val="397AF3"/>
                        </a:solidFill>
                        <a:latin typeface="Font Awesome 7 Free Solid" panose="02000903000000000000" charset="0"/>
                        <a:ea typeface="Font Awesome 7 Free Solid" panose="02000903000000000000" charset="0"/>
                        <a:cs typeface="Font Awesome 7 Free Solid" panose="02000903000000000000" charset="0"/>
                      </a:endParaRP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影响程度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397AF3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050" b="1">
                          <a:solidFill>
                            <a:srgbClr val="397AF3"/>
                          </a:solidFill>
                          <a:latin typeface="Font Awesome 7 Free Solid" panose="02000903000000000000" charset="0"/>
                          <a:ea typeface="Font Awesome 7 Free Solid" panose="02000903000000000000" charset="0"/>
                          <a:cs typeface="Font Awesome 7 Free Solid" panose="02000903000000000000" charset="0"/>
                        </a:rPr>
                        <a:t></a:t>
                      </a: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应对措施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397AF3"/>
                    </a:solidFill>
                  </a:tcPr>
                </a:tc>
              </a:tr>
              <a:tr h="818108">
                <a:tc>
                  <a:txBody>
                    <a:bodyPr wrap="square"/>
                    <a:p>
                      <a:pPr algn="ctr"/>
                      <a:r>
                        <a:rPr sz="1050" b="1">
                          <a:solidFill>
                            <a:srgbClr val="397AF3"/>
                          </a:solidFill>
                          <a:latin typeface="Font Awesome 7 Free Solid" panose="02000903000000000000" charset="0"/>
                          <a:ea typeface="Font Awesome 7 Free Solid" panose="02000903000000000000" charset="0"/>
                          <a:cs typeface="Font Awesome 7 Free Solid" panose="02000903000000000000" charset="0"/>
                        </a:rPr>
                        <a:t></a:t>
                      </a:r>
                      <a:r>
                        <a:rPr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组件识别准确率不足</a:t>
                      </a:r>
                      <a:endParaRPr sz="150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500" b="1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采用多特征融合识别；允许通过配置文件人工修正</a:t>
                      </a:r>
                      <a:endParaRPr sz="150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</a:tr>
              <a:tr h="818108">
                <a:tc>
                  <a:txBody>
                    <a:bodyPr wrap="square"/>
                    <a:p>
                      <a:pPr algn="ctr"/>
                      <a:r>
                        <a:rPr sz="1050" b="1">
                          <a:solidFill>
                            <a:srgbClr val="397AF3"/>
                          </a:solidFill>
                          <a:latin typeface="Font Awesome 7 Free Solid" panose="02000903000000000000" charset="0"/>
                          <a:ea typeface="Font Awesome 7 Free Solid" panose="02000903000000000000" charset="0"/>
                          <a:cs typeface="Font Awesome 7 Free Solid" panose="02000903000000000000" charset="0"/>
                        </a:rPr>
                        <a:t></a:t>
                      </a:r>
                      <a:r>
                        <a:rPr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优先级计算带来性能开销</a:t>
                      </a:r>
                      <a:endParaRPr sz="150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</a:t>
                      </a:r>
                      <a:endParaRPr sz="1500" b="1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采用轻量级算法；采样更新频率可配置</a:t>
                      </a:r>
                      <a:endParaRPr sz="150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</a:tr>
              <a:tr h="818108">
                <a:tc>
                  <a:txBody>
                    <a:bodyPr wrap="square"/>
                    <a:p>
                      <a:pPr algn="ctr"/>
                      <a:r>
                        <a:rPr sz="1050" b="1">
                          <a:solidFill>
                            <a:srgbClr val="397AF3"/>
                          </a:solidFill>
                          <a:latin typeface="Font Awesome 7 Free Solid" panose="02000903000000000000" charset="0"/>
                          <a:ea typeface="Font Awesome 7 Free Solid" panose="02000903000000000000" charset="0"/>
                          <a:cs typeface="Font Awesome 7 Free Solid" panose="02000903000000000000" charset="0"/>
                        </a:rPr>
                        <a:t></a:t>
                      </a:r>
                      <a:r>
                        <a:rPr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策略可能陷入局部最优</a:t>
                      </a:r>
                      <a:endParaRPr sz="150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500" b="1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r>
                        <a:rPr lang="en-US" altLang="zh-CN"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ε-greedy</a:t>
                      </a:r>
                      <a:r>
                        <a:rPr lang="zh-CN" altLang="en-US"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中的随机探索因子</a:t>
                      </a:r>
                      <a:r>
                        <a:rPr lang="en-US" altLang="zh-CN"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(ε≥0.1)</a:t>
                      </a:r>
                      <a:endParaRPr lang="en-US" altLang="zh-CN" sz="150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</a:tr>
              <a:tr h="818108">
                <a:tc>
                  <a:txBody>
                    <a:bodyPr wrap="square"/>
                    <a:p>
                      <a:pPr algn="ctr"/>
                      <a:r>
                        <a:rPr sz="1050" b="1">
                          <a:solidFill>
                            <a:srgbClr val="397AF3"/>
                          </a:solidFill>
                          <a:latin typeface="Font Awesome 7 Free Solid" panose="02000903000000000000" charset="0"/>
                          <a:ea typeface="Font Awesome 7 Free Solid" panose="02000903000000000000" charset="0"/>
                          <a:cs typeface="Font Awesome 7 Free Solid" panose="02000903000000000000" charset="0"/>
                        </a:rPr>
                        <a:t></a:t>
                      </a:r>
                      <a:r>
                        <a:rPr lang="zh-CN"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lang="en-US" altLang="zh-CN"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HapTest</a:t>
                      </a:r>
                      <a:r>
                        <a:rPr lang="zh-CN" altLang="en-US"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原架构的兼容性</a:t>
                      </a:r>
                      <a:endParaRPr lang="zh-CN" altLang="en-US" sz="150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</a:t>
                      </a:r>
                      <a:endParaRPr sz="1500" b="1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041D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采用策略模式，原始策略作为可选项保留</a:t>
                      </a:r>
                      <a:endParaRPr sz="1500" b="0">
                        <a:solidFill>
                          <a:srgbClr val="041D4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>
                    <a:lnL w="9525">
                      <a:solidFill>
                        <a:srgbClr val="CDE0F8"/>
                      </a:solidFill>
                      <a:prstDash val="solid"/>
                    </a:lnL>
                    <a:lnR w="9525">
                      <a:solidFill>
                        <a:srgbClr val="CDE0F8"/>
                      </a:solidFill>
                      <a:prstDash val="solid"/>
                    </a:lnR>
                    <a:lnT w="9525">
                      <a:solidFill>
                        <a:srgbClr val="CDE0F8"/>
                      </a:solidFill>
                      <a:prstDash val="solid"/>
                    </a:lnT>
                    <a:lnB w="9525">
                      <a:solidFill>
                        <a:srgbClr val="CDE0F8"/>
                      </a:solidFill>
                      <a:prstDash val="solid"/>
                    </a:lnB>
                    <a:solidFill>
                      <a:srgbClr val="F6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研究目标与预期成果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310" y="1108710"/>
            <a:ext cx="4843780" cy="1306830"/>
          </a:xfrm>
          <a:custGeom>
            <a:avLst/>
            <a:gdLst>
              <a:gd name="sw" fmla="*/ 1 w 9617"/>
              <a:gd name="sh" fmla="*/ 1 h 2595"/>
              <a:gd name="mins" fmla="min sw sh"/>
              <a:gd name="dsw" fmla="+- 0 sw mins"/>
              <a:gd name="dsh" fmla="+- 0 sh mins"/>
              <a:gd name="p0x0" fmla="*/ 150 w 9617"/>
              <a:gd name="p0y0" fmla="*/ 0 h 2595"/>
              <a:gd name="p0x1" fmla="*/ 9467 w 9617"/>
              <a:gd name="p0y1" fmla="*/ 0 h 2595"/>
              <a:gd name="p0x2" fmla="*/ 9550 w 9617"/>
              <a:gd name="p0y2" fmla="*/ 0 h 2595"/>
              <a:gd name="p0x3" fmla="*/ 9617 w 9617"/>
              <a:gd name="p0y3" fmla="*/ 67 h 2595"/>
              <a:gd name="p0x4" fmla="*/ 9617 w 9617"/>
              <a:gd name="p0y4" fmla="*/ 150 h 2595"/>
              <a:gd name="p0x5" fmla="*/ 9617 w 9617"/>
              <a:gd name="p0y5" fmla="*/ 2445 h 2595"/>
              <a:gd name="p0x6" fmla="*/ 9617 w 9617"/>
              <a:gd name="p0y6" fmla="*/ 2527 h 2595"/>
              <a:gd name="p0x7" fmla="*/ 9550 w 9617"/>
              <a:gd name="p0y7" fmla="*/ 2595 h 2595"/>
              <a:gd name="p0x8" fmla="*/ 9467 w 9617"/>
              <a:gd name="p0y8" fmla="*/ 2595 h 2595"/>
              <a:gd name="p0x9" fmla="*/ 150 w 9617"/>
              <a:gd name="p0y9" fmla="*/ 2595 h 2595"/>
              <a:gd name="p0x10" fmla="*/ 67 w 9617"/>
              <a:gd name="p0y10" fmla="*/ 2595 h 2595"/>
              <a:gd name="p0x11" fmla="*/ 0 w 9617"/>
              <a:gd name="p0y11" fmla="*/ 2527 h 2595"/>
              <a:gd name="p0x12" fmla="*/ 0 w 9617"/>
              <a:gd name="p0y12" fmla="*/ 2445 h 2595"/>
              <a:gd name="p0x13" fmla="*/ 0 w 9617"/>
              <a:gd name="p0y13" fmla="*/ 150 h 2595"/>
              <a:gd name="p0x14" fmla="*/ 0 w 9617"/>
              <a:gd name="p0y14" fmla="*/ 67 h 2595"/>
              <a:gd name="p0x15" fmla="*/ 67 w 9617"/>
              <a:gd name="p0y15" fmla="*/ 0 h 2595"/>
              <a:gd name="p0x16" fmla="*/ 150 w 9617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7556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30250" y="1293495"/>
            <a:ext cx="332105" cy="33274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784860" y="1357630"/>
            <a:ext cx="222885" cy="200660"/>
          </a:xfrm>
          <a:prstGeom prst="rect">
            <a:avLst/>
          </a:prstGeom>
        </p:spPr>
      </p:pic>
      <p:sp>
        <p:nvSpPr>
          <p:cNvPr id="7" name="任意多边形 6"/>
          <p:cNvSpPr/>
          <p:nvPr>
            <p:custDataLst>
              <p:tags r:id="rId7"/>
            </p:custDataLst>
          </p:nvPr>
        </p:nvSpPr>
        <p:spPr>
          <a:xfrm>
            <a:off x="1153160" y="1323975"/>
            <a:ext cx="272415" cy="27178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237615" y="1363345"/>
            <a:ext cx="269875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05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5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30250" y="1734820"/>
            <a:ext cx="4534535" cy="2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42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深入理解</a:t>
            </a:r>
            <a:r>
              <a:rPr lang="en-US" altLang="zh-CN" sz="142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sz="142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框架源码</a:t>
            </a:r>
            <a:endParaRPr lang="zh-CN" altLang="en-US" sz="142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730250" y="1977390"/>
            <a:ext cx="4534535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重点掌握</a:t>
            </a:r>
            <a:r>
              <a:rPr lang="en-US" altLang="zh-CN"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模块的事件生成机制和</a:t>
            </a:r>
            <a:r>
              <a:rPr lang="en-US" altLang="zh-CN"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的数据结构</a:t>
            </a:r>
            <a:endParaRPr lang="zh-CN" altLang="en-US" sz="1185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575310" y="2460625"/>
            <a:ext cx="4843780" cy="1307465"/>
          </a:xfrm>
          <a:custGeom>
            <a:avLst/>
            <a:gdLst>
              <a:gd name="sw" fmla="*/ 1 w 9617"/>
              <a:gd name="sh" fmla="*/ 1 h 2595"/>
              <a:gd name="mins" fmla="min sw sh"/>
              <a:gd name="dsw" fmla="+- 0 sw mins"/>
              <a:gd name="dsh" fmla="+- 0 sh mins"/>
              <a:gd name="p0x0" fmla="*/ 150 w 9617"/>
              <a:gd name="p0y0" fmla="*/ 0 h 2595"/>
              <a:gd name="p0x1" fmla="*/ 9467 w 9617"/>
              <a:gd name="p0y1" fmla="*/ 0 h 2595"/>
              <a:gd name="p0x2" fmla="*/ 9550 w 9617"/>
              <a:gd name="p0y2" fmla="*/ 0 h 2595"/>
              <a:gd name="p0x3" fmla="*/ 9617 w 9617"/>
              <a:gd name="p0y3" fmla="*/ 67 h 2595"/>
              <a:gd name="p0x4" fmla="*/ 9617 w 9617"/>
              <a:gd name="p0y4" fmla="*/ 150 h 2595"/>
              <a:gd name="p0x5" fmla="*/ 9617 w 9617"/>
              <a:gd name="p0y5" fmla="*/ 2445 h 2595"/>
              <a:gd name="p0x6" fmla="*/ 9617 w 9617"/>
              <a:gd name="p0y6" fmla="*/ 2527 h 2595"/>
              <a:gd name="p0x7" fmla="*/ 9550 w 9617"/>
              <a:gd name="p0y7" fmla="*/ 2595 h 2595"/>
              <a:gd name="p0x8" fmla="*/ 9467 w 9617"/>
              <a:gd name="p0y8" fmla="*/ 2595 h 2595"/>
              <a:gd name="p0x9" fmla="*/ 150 w 9617"/>
              <a:gd name="p0y9" fmla="*/ 2595 h 2595"/>
              <a:gd name="p0x10" fmla="*/ 67 w 9617"/>
              <a:gd name="p0y10" fmla="*/ 2595 h 2595"/>
              <a:gd name="p0x11" fmla="*/ 0 w 9617"/>
              <a:gd name="p0y11" fmla="*/ 2527 h 2595"/>
              <a:gd name="p0x12" fmla="*/ 0 w 9617"/>
              <a:gd name="p0y12" fmla="*/ 2445 h 2595"/>
              <a:gd name="p0x13" fmla="*/ 0 w 9617"/>
              <a:gd name="p0y13" fmla="*/ 150 h 2595"/>
              <a:gd name="p0x14" fmla="*/ 0 w 9617"/>
              <a:gd name="p0y14" fmla="*/ 67 h 2595"/>
              <a:gd name="p0x15" fmla="*/ 67 w 9617"/>
              <a:gd name="p0y15" fmla="*/ 0 h 2595"/>
              <a:gd name="p0x16" fmla="*/ 150 w 9617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7556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30250" y="2646045"/>
            <a:ext cx="332105" cy="33274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798195" y="2710180"/>
            <a:ext cx="196215" cy="200660"/>
          </a:xfrm>
          <a:prstGeom prst="rect">
            <a:avLst/>
          </a:prstGeom>
        </p:spPr>
      </p:pic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1153160" y="2676525"/>
            <a:ext cx="272415" cy="27178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237615" y="2715895"/>
            <a:ext cx="269875" cy="1892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05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305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730250" y="3087370"/>
            <a:ext cx="4534535" cy="2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42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设计自适应事件调度方案</a:t>
            </a:r>
            <a:endParaRPr sz="142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730250" y="3329940"/>
            <a:ext cx="4534535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组件优先级的自适应事件调度策略设计与实现</a:t>
            </a:r>
            <a:endParaRPr lang="zh-CN" altLang="en-US" sz="1185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575310" y="3813175"/>
            <a:ext cx="4843780" cy="1307465"/>
          </a:xfrm>
          <a:custGeom>
            <a:avLst/>
            <a:gdLst>
              <a:gd name="sw" fmla="*/ 1 w 9617"/>
              <a:gd name="sh" fmla="*/ 1 h 2595"/>
              <a:gd name="mins" fmla="min sw sh"/>
              <a:gd name="dsw" fmla="+- 0 sw mins"/>
              <a:gd name="dsh" fmla="+- 0 sh mins"/>
              <a:gd name="p0x0" fmla="*/ 150 w 9617"/>
              <a:gd name="p0y0" fmla="*/ 0 h 2595"/>
              <a:gd name="p0x1" fmla="*/ 9467 w 9617"/>
              <a:gd name="p0y1" fmla="*/ 0 h 2595"/>
              <a:gd name="p0x2" fmla="*/ 9550 w 9617"/>
              <a:gd name="p0y2" fmla="*/ 0 h 2595"/>
              <a:gd name="p0x3" fmla="*/ 9617 w 9617"/>
              <a:gd name="p0y3" fmla="*/ 67 h 2595"/>
              <a:gd name="p0x4" fmla="*/ 9617 w 9617"/>
              <a:gd name="p0y4" fmla="*/ 150 h 2595"/>
              <a:gd name="p0x5" fmla="*/ 9617 w 9617"/>
              <a:gd name="p0y5" fmla="*/ 2445 h 2595"/>
              <a:gd name="p0x6" fmla="*/ 9617 w 9617"/>
              <a:gd name="p0y6" fmla="*/ 2527 h 2595"/>
              <a:gd name="p0x7" fmla="*/ 9550 w 9617"/>
              <a:gd name="p0y7" fmla="*/ 2595 h 2595"/>
              <a:gd name="p0x8" fmla="*/ 9467 w 9617"/>
              <a:gd name="p0y8" fmla="*/ 2595 h 2595"/>
              <a:gd name="p0x9" fmla="*/ 150 w 9617"/>
              <a:gd name="p0y9" fmla="*/ 2595 h 2595"/>
              <a:gd name="p0x10" fmla="*/ 67 w 9617"/>
              <a:gd name="p0y10" fmla="*/ 2595 h 2595"/>
              <a:gd name="p0x11" fmla="*/ 0 w 9617"/>
              <a:gd name="p0y11" fmla="*/ 2527 h 2595"/>
              <a:gd name="p0x12" fmla="*/ 0 w 9617"/>
              <a:gd name="p0y12" fmla="*/ 2445 h 2595"/>
              <a:gd name="p0x13" fmla="*/ 0 w 9617"/>
              <a:gd name="p0y13" fmla="*/ 150 h 2595"/>
              <a:gd name="p0x14" fmla="*/ 0 w 9617"/>
              <a:gd name="p0y14" fmla="*/ 67 h 2595"/>
              <a:gd name="p0x15" fmla="*/ 67 w 9617"/>
              <a:gd name="p0y15" fmla="*/ 0 h 2595"/>
              <a:gd name="p0x16" fmla="*/ 150 w 9617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7556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21"/>
            </p:custDataLst>
          </p:nvPr>
        </p:nvSpPr>
        <p:spPr>
          <a:xfrm>
            <a:off x="730250" y="3998595"/>
            <a:ext cx="332105" cy="33274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798195" y="4062730"/>
            <a:ext cx="196215" cy="200660"/>
          </a:xfrm>
          <a:prstGeom prst="rect">
            <a:avLst/>
          </a:prstGeom>
        </p:spPr>
      </p:pic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1153160" y="4029075"/>
            <a:ext cx="272415" cy="27178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6"/>
            </p:custDataLst>
          </p:nvPr>
        </p:nvSpPr>
        <p:spPr>
          <a:xfrm>
            <a:off x="1237615" y="4068445"/>
            <a:ext cx="269875" cy="1892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05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305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730250" y="4439920"/>
            <a:ext cx="4534535" cy="2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42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对比实验验证改进效果</a:t>
            </a:r>
            <a:endParaRPr sz="142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8"/>
            </p:custDataLst>
          </p:nvPr>
        </p:nvSpPr>
        <p:spPr>
          <a:xfrm>
            <a:off x="730250" y="4682490"/>
            <a:ext cx="336677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预期达到相同覆盖率所需事件数减少</a:t>
            </a:r>
            <a:r>
              <a:rPr sz="1070" b="1" spc="-1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20%-30%</a:t>
            </a:r>
            <a:endParaRPr sz="1070" b="1" spc="-1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575310" y="5165725"/>
            <a:ext cx="4843780" cy="1307465"/>
          </a:xfrm>
          <a:custGeom>
            <a:avLst/>
            <a:gdLst>
              <a:gd name="sw" fmla="*/ 1 w 9617"/>
              <a:gd name="sh" fmla="*/ 1 h 2595"/>
              <a:gd name="mins" fmla="min sw sh"/>
              <a:gd name="dsw" fmla="+- 0 sw mins"/>
              <a:gd name="dsh" fmla="+- 0 sh mins"/>
              <a:gd name="p0x0" fmla="*/ 150 w 9617"/>
              <a:gd name="p0y0" fmla="*/ 0 h 2595"/>
              <a:gd name="p0x1" fmla="*/ 9467 w 9617"/>
              <a:gd name="p0y1" fmla="*/ 0 h 2595"/>
              <a:gd name="p0x2" fmla="*/ 9550 w 9617"/>
              <a:gd name="p0y2" fmla="*/ 0 h 2595"/>
              <a:gd name="p0x3" fmla="*/ 9617 w 9617"/>
              <a:gd name="p0y3" fmla="*/ 67 h 2595"/>
              <a:gd name="p0x4" fmla="*/ 9617 w 9617"/>
              <a:gd name="p0y4" fmla="*/ 150 h 2595"/>
              <a:gd name="p0x5" fmla="*/ 9617 w 9617"/>
              <a:gd name="p0y5" fmla="*/ 2445 h 2595"/>
              <a:gd name="p0x6" fmla="*/ 9617 w 9617"/>
              <a:gd name="p0y6" fmla="*/ 2527 h 2595"/>
              <a:gd name="p0x7" fmla="*/ 9550 w 9617"/>
              <a:gd name="p0y7" fmla="*/ 2595 h 2595"/>
              <a:gd name="p0x8" fmla="*/ 9467 w 9617"/>
              <a:gd name="p0y8" fmla="*/ 2595 h 2595"/>
              <a:gd name="p0x9" fmla="*/ 150 w 9617"/>
              <a:gd name="p0y9" fmla="*/ 2595 h 2595"/>
              <a:gd name="p0x10" fmla="*/ 67 w 9617"/>
              <a:gd name="p0y10" fmla="*/ 2595 h 2595"/>
              <a:gd name="p0x11" fmla="*/ 0 w 9617"/>
              <a:gd name="p0y11" fmla="*/ 2527 h 2595"/>
              <a:gd name="p0x12" fmla="*/ 0 w 9617"/>
              <a:gd name="p0y12" fmla="*/ 2445 h 2595"/>
              <a:gd name="p0x13" fmla="*/ 0 w 9617"/>
              <a:gd name="p0y13" fmla="*/ 150 h 2595"/>
              <a:gd name="p0x14" fmla="*/ 0 w 9617"/>
              <a:gd name="p0y14" fmla="*/ 67 h 2595"/>
              <a:gd name="p0x15" fmla="*/ 67 w 9617"/>
              <a:gd name="p0y15" fmla="*/ 0 h 2595"/>
              <a:gd name="p0x16" fmla="*/ 150 w 9617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7556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730250" y="5351145"/>
            <a:ext cx="332105" cy="33274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10123" t="-1026" r="-10123" b="-1026"/>
          <a:stretch>
            <a:fillRect/>
          </a:stretch>
        </p:blipFill>
        <p:spPr>
          <a:xfrm>
            <a:off x="773430" y="5415280"/>
            <a:ext cx="245110" cy="200660"/>
          </a:xfrm>
          <a:prstGeom prst="rect">
            <a:avLst/>
          </a:prstGeom>
        </p:spPr>
      </p:pic>
      <p:sp>
        <p:nvSpPr>
          <p:cNvPr id="28" name="任意多边形 27"/>
          <p:cNvSpPr/>
          <p:nvPr>
            <p:custDataLst>
              <p:tags r:id="rId34"/>
            </p:custDataLst>
          </p:nvPr>
        </p:nvSpPr>
        <p:spPr>
          <a:xfrm>
            <a:off x="1153160" y="5381625"/>
            <a:ext cx="272415" cy="27178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5"/>
            </p:custDataLst>
          </p:nvPr>
        </p:nvSpPr>
        <p:spPr>
          <a:xfrm>
            <a:off x="1237615" y="5420995"/>
            <a:ext cx="269875" cy="1892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05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305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6"/>
            </p:custDataLst>
          </p:nvPr>
        </p:nvSpPr>
        <p:spPr>
          <a:xfrm>
            <a:off x="730250" y="5792470"/>
            <a:ext cx="4534535" cy="2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42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撰写结题报告并开源</a:t>
            </a:r>
            <a:endParaRPr sz="142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730250" y="6035040"/>
            <a:ext cx="4534535" cy="260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85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完成结题报告撰写，将改进代码开源发布</a:t>
            </a:r>
            <a:endParaRPr sz="1185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8"/>
            </p:custDataLst>
          </p:nvPr>
        </p:nvSpPr>
        <p:spPr>
          <a:xfrm>
            <a:off x="5694680" y="1109345"/>
            <a:ext cx="2860040" cy="2581275"/>
          </a:xfrm>
          <a:custGeom>
            <a:avLst/>
            <a:gdLst>
              <a:gd name="sw" fmla="*/ 1 w 4504"/>
              <a:gd name="sh" fmla="*/ 1 h 4065"/>
              <a:gd name="mins" fmla="min sw sh"/>
              <a:gd name="dsw" fmla="+- 0 sw mins"/>
              <a:gd name="dsh" fmla="+- 0 sh mins"/>
              <a:gd name="p0x0" fmla="*/ 150 w 4504"/>
              <a:gd name="p0y0" fmla="*/ 0 h 4065"/>
              <a:gd name="p0x1" fmla="*/ 4354 w 4504"/>
              <a:gd name="p0y1" fmla="*/ 0 h 4065"/>
              <a:gd name="p0x2" fmla="*/ 4437 w 4504"/>
              <a:gd name="p0y2" fmla="*/ 0 h 4065"/>
              <a:gd name="p0x3" fmla="*/ 4504 w 4504"/>
              <a:gd name="p0y3" fmla="*/ 67 h 4065"/>
              <a:gd name="p0x4" fmla="*/ 4504 w 4504"/>
              <a:gd name="p0y4" fmla="*/ 150 h 4065"/>
              <a:gd name="p0x5" fmla="*/ 4504 w 4504"/>
              <a:gd name="p0y5" fmla="*/ 3915 h 4065"/>
              <a:gd name="p0x6" fmla="*/ 4504 w 4504"/>
              <a:gd name="p0y6" fmla="*/ 3997 h 4065"/>
              <a:gd name="p0x7" fmla="*/ 4437 w 4504"/>
              <a:gd name="p0y7" fmla="*/ 4065 h 4065"/>
              <a:gd name="p0x8" fmla="*/ 4354 w 4504"/>
              <a:gd name="p0y8" fmla="*/ 4065 h 4065"/>
              <a:gd name="p0x9" fmla="*/ 150 w 4504"/>
              <a:gd name="p0y9" fmla="*/ 4065 h 4065"/>
              <a:gd name="p0x10" fmla="*/ 67 w 4504"/>
              <a:gd name="p0y10" fmla="*/ 4065 h 4065"/>
              <a:gd name="p0x11" fmla="*/ 0 w 4504"/>
              <a:gd name="p0y11" fmla="*/ 3997 h 4065"/>
              <a:gd name="p0x12" fmla="*/ 0 w 4504"/>
              <a:gd name="p0y12" fmla="*/ 3915 h 4065"/>
              <a:gd name="p0x13" fmla="*/ 0 w 4504"/>
              <a:gd name="p0y13" fmla="*/ 150 h 4065"/>
              <a:gd name="p0x14" fmla="*/ 0 w 4504"/>
              <a:gd name="p0y14" fmla="*/ 67 h 4065"/>
              <a:gd name="p0x15" fmla="*/ 67 w 4504"/>
              <a:gd name="p0y15" fmla="*/ 0 h 4065"/>
              <a:gd name="p0x16" fmla="*/ 150 w 450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9"/>
            </p:custDataLst>
          </p:nvPr>
        </p:nvSpPr>
        <p:spPr>
          <a:xfrm>
            <a:off x="5889625" y="1566545"/>
            <a:ext cx="762635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30 w 1200"/>
              <a:gd name="p0y0" fmla="*/ 0 h 375"/>
              <a:gd name="p0x1" fmla="*/ 1170 w 1200"/>
              <a:gd name="p0y1" fmla="*/ 0 h 375"/>
              <a:gd name="p0x2" fmla="*/ 1186 w 1200"/>
              <a:gd name="p0y2" fmla="*/ 0 h 375"/>
              <a:gd name="p0x3" fmla="*/ 1200 w 1200"/>
              <a:gd name="p0y3" fmla="*/ 13 h 375"/>
              <a:gd name="p0x4" fmla="*/ 1200 w 1200"/>
              <a:gd name="p0y4" fmla="*/ 30 h 375"/>
              <a:gd name="p0x5" fmla="*/ 1200 w 1200"/>
              <a:gd name="p0y5" fmla="*/ 345 h 375"/>
              <a:gd name="p0x6" fmla="*/ 1200 w 1200"/>
              <a:gd name="p0y6" fmla="*/ 361 h 375"/>
              <a:gd name="p0x7" fmla="*/ 1186 w 1200"/>
              <a:gd name="p0y7" fmla="*/ 375 h 375"/>
              <a:gd name="p0x8" fmla="*/ 1170 w 1200"/>
              <a:gd name="p0y8" fmla="*/ 375 h 375"/>
              <a:gd name="p0x9" fmla="*/ 30 w 1200"/>
              <a:gd name="p0y9" fmla="*/ 375 h 375"/>
              <a:gd name="p0x10" fmla="*/ 13 w 1200"/>
              <a:gd name="p0y10" fmla="*/ 375 h 375"/>
              <a:gd name="p0x11" fmla="*/ 0 w 1200"/>
              <a:gd name="p0y11" fmla="*/ 361 h 375"/>
              <a:gd name="p0x12" fmla="*/ 0 w 1200"/>
              <a:gd name="p0y12" fmla="*/ 345 h 375"/>
              <a:gd name="p0x13" fmla="*/ 0 w 1200"/>
              <a:gd name="p0y13" fmla="*/ 30 h 375"/>
              <a:gd name="p0x14" fmla="*/ 0 w 1200"/>
              <a:gd name="p0y14" fmla="*/ 13 h 375"/>
              <a:gd name="p0x15" fmla="*/ 13 w 1200"/>
              <a:gd name="p0y15" fmla="*/ 0 h 375"/>
              <a:gd name="p0x16" fmla="*/ 30 w 120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0"/>
            </p:custDataLst>
          </p:nvPr>
        </p:nvSpPr>
        <p:spPr>
          <a:xfrm>
            <a:off x="5966441" y="1585913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核心产出</a:t>
            </a:r>
            <a:endParaRPr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1"/>
            </p:custDataLst>
          </p:nvPr>
        </p:nvSpPr>
        <p:spPr>
          <a:xfrm>
            <a:off x="5890241" y="1904048"/>
            <a:ext cx="246980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改进版</a:t>
            </a:r>
            <a:r>
              <a:rPr lang="en-US" alt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</a:t>
            </a:r>
            <a:endParaRPr lang="zh-CN" altLang="en-US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2"/>
            </p:custDataLst>
          </p:nvPr>
        </p:nvSpPr>
        <p:spPr>
          <a:xfrm>
            <a:off x="5890241" y="2305050"/>
            <a:ext cx="2469804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模块增强，具备基于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组件优先级的自适应事件生成能力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3"/>
            </p:custDataLst>
          </p:nvPr>
        </p:nvSpPr>
        <p:spPr>
          <a:xfrm>
            <a:off x="8754745" y="1109345"/>
            <a:ext cx="2860675" cy="2581275"/>
          </a:xfrm>
          <a:custGeom>
            <a:avLst/>
            <a:gdLst>
              <a:gd name="sw" fmla="*/ 1 w 4504"/>
              <a:gd name="sh" fmla="*/ 1 h 4065"/>
              <a:gd name="mins" fmla="min sw sh"/>
              <a:gd name="dsw" fmla="+- 0 sw mins"/>
              <a:gd name="dsh" fmla="+- 0 sh mins"/>
              <a:gd name="p0x0" fmla="*/ 150 w 4504"/>
              <a:gd name="p0y0" fmla="*/ 0 h 4065"/>
              <a:gd name="p0x1" fmla="*/ 4354 w 4504"/>
              <a:gd name="p0y1" fmla="*/ 0 h 4065"/>
              <a:gd name="p0x2" fmla="*/ 4437 w 4504"/>
              <a:gd name="p0y2" fmla="*/ 0 h 4065"/>
              <a:gd name="p0x3" fmla="*/ 4504 w 4504"/>
              <a:gd name="p0y3" fmla="*/ 67 h 4065"/>
              <a:gd name="p0x4" fmla="*/ 4504 w 4504"/>
              <a:gd name="p0y4" fmla="*/ 150 h 4065"/>
              <a:gd name="p0x5" fmla="*/ 4504 w 4504"/>
              <a:gd name="p0y5" fmla="*/ 3915 h 4065"/>
              <a:gd name="p0x6" fmla="*/ 4504 w 4504"/>
              <a:gd name="p0y6" fmla="*/ 3997 h 4065"/>
              <a:gd name="p0x7" fmla="*/ 4437 w 4504"/>
              <a:gd name="p0y7" fmla="*/ 4065 h 4065"/>
              <a:gd name="p0x8" fmla="*/ 4354 w 4504"/>
              <a:gd name="p0y8" fmla="*/ 4065 h 4065"/>
              <a:gd name="p0x9" fmla="*/ 150 w 4504"/>
              <a:gd name="p0y9" fmla="*/ 4065 h 4065"/>
              <a:gd name="p0x10" fmla="*/ 67 w 4504"/>
              <a:gd name="p0y10" fmla="*/ 4065 h 4065"/>
              <a:gd name="p0x11" fmla="*/ 0 w 4504"/>
              <a:gd name="p0y11" fmla="*/ 3997 h 4065"/>
              <a:gd name="p0x12" fmla="*/ 0 w 4504"/>
              <a:gd name="p0y12" fmla="*/ 3915 h 4065"/>
              <a:gd name="p0x13" fmla="*/ 0 w 4504"/>
              <a:gd name="p0y13" fmla="*/ 150 h 4065"/>
              <a:gd name="p0x14" fmla="*/ 0 w 4504"/>
              <a:gd name="p0y14" fmla="*/ 67 h 4065"/>
              <a:gd name="p0x15" fmla="*/ 67 w 4504"/>
              <a:gd name="p0y15" fmla="*/ 0 h 4065"/>
              <a:gd name="p0x16" fmla="*/ 150 w 450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44"/>
            </p:custDataLst>
          </p:nvPr>
        </p:nvSpPr>
        <p:spPr>
          <a:xfrm>
            <a:off x="8950325" y="1718945"/>
            <a:ext cx="762000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30 w 1200"/>
              <a:gd name="p0y0" fmla="*/ 0 h 375"/>
              <a:gd name="p0x1" fmla="*/ 1170 w 1200"/>
              <a:gd name="p0y1" fmla="*/ 0 h 375"/>
              <a:gd name="p0x2" fmla="*/ 1186 w 1200"/>
              <a:gd name="p0y2" fmla="*/ 0 h 375"/>
              <a:gd name="p0x3" fmla="*/ 1200 w 1200"/>
              <a:gd name="p0y3" fmla="*/ 13 h 375"/>
              <a:gd name="p0x4" fmla="*/ 1200 w 1200"/>
              <a:gd name="p0y4" fmla="*/ 30 h 375"/>
              <a:gd name="p0x5" fmla="*/ 1200 w 1200"/>
              <a:gd name="p0y5" fmla="*/ 345 h 375"/>
              <a:gd name="p0x6" fmla="*/ 1200 w 1200"/>
              <a:gd name="p0y6" fmla="*/ 361 h 375"/>
              <a:gd name="p0x7" fmla="*/ 1186 w 1200"/>
              <a:gd name="p0y7" fmla="*/ 375 h 375"/>
              <a:gd name="p0x8" fmla="*/ 1170 w 1200"/>
              <a:gd name="p0y8" fmla="*/ 375 h 375"/>
              <a:gd name="p0x9" fmla="*/ 30 w 1200"/>
              <a:gd name="p0y9" fmla="*/ 375 h 375"/>
              <a:gd name="p0x10" fmla="*/ 13 w 1200"/>
              <a:gd name="p0y10" fmla="*/ 375 h 375"/>
              <a:gd name="p0x11" fmla="*/ 0 w 1200"/>
              <a:gd name="p0y11" fmla="*/ 361 h 375"/>
              <a:gd name="p0x12" fmla="*/ 0 w 1200"/>
              <a:gd name="p0y12" fmla="*/ 345 h 375"/>
              <a:gd name="p0x13" fmla="*/ 0 w 1200"/>
              <a:gd name="p0y13" fmla="*/ 30 h 375"/>
              <a:gd name="p0x14" fmla="*/ 0 w 1200"/>
              <a:gd name="p0y14" fmla="*/ 13 h 375"/>
              <a:gd name="p0x15" fmla="*/ 13 w 1200"/>
              <a:gd name="p0y15" fmla="*/ 0 h 375"/>
              <a:gd name="p0x16" fmla="*/ 30 w 120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EE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5"/>
            </p:custDataLst>
          </p:nvPr>
        </p:nvSpPr>
        <p:spPr>
          <a:xfrm>
            <a:off x="9026795" y="1738313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C4A82"/>
                </a:solidFill>
                <a:latin typeface="微软雅黑" panose="020B0503020204020204" charset="-122"/>
                <a:ea typeface="微软雅黑" panose="020B0503020204020204" charset="-122"/>
              </a:rPr>
              <a:t>实验验证</a:t>
            </a:r>
            <a:endParaRPr sz="1200">
              <a:solidFill>
                <a:srgbClr val="0C4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6"/>
            </p:custDataLst>
          </p:nvPr>
        </p:nvSpPr>
        <p:spPr>
          <a:xfrm>
            <a:off x="8950595" y="2056448"/>
            <a:ext cx="246988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对比实验报告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7"/>
            </p:custDataLst>
          </p:nvPr>
        </p:nvSpPr>
        <p:spPr>
          <a:xfrm>
            <a:off x="8950595" y="2457450"/>
            <a:ext cx="246988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包含覆盖率增长曲线、事件效率对比等定量数据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8"/>
            </p:custDataLst>
          </p:nvPr>
        </p:nvSpPr>
        <p:spPr>
          <a:xfrm>
            <a:off x="5694680" y="3890645"/>
            <a:ext cx="2860040" cy="2581275"/>
          </a:xfrm>
          <a:custGeom>
            <a:avLst/>
            <a:gdLst>
              <a:gd name="sw" fmla="*/ 1 w 4504"/>
              <a:gd name="sh" fmla="*/ 1 h 4065"/>
              <a:gd name="mins" fmla="min sw sh"/>
              <a:gd name="dsw" fmla="+- 0 sw mins"/>
              <a:gd name="dsh" fmla="+- 0 sh mins"/>
              <a:gd name="p0x0" fmla="*/ 150 w 4504"/>
              <a:gd name="p0y0" fmla="*/ 0 h 4065"/>
              <a:gd name="p0x1" fmla="*/ 4354 w 4504"/>
              <a:gd name="p0y1" fmla="*/ 0 h 4065"/>
              <a:gd name="p0x2" fmla="*/ 4437 w 4504"/>
              <a:gd name="p0y2" fmla="*/ 0 h 4065"/>
              <a:gd name="p0x3" fmla="*/ 4504 w 4504"/>
              <a:gd name="p0y3" fmla="*/ 67 h 4065"/>
              <a:gd name="p0x4" fmla="*/ 4504 w 4504"/>
              <a:gd name="p0y4" fmla="*/ 150 h 4065"/>
              <a:gd name="p0x5" fmla="*/ 4504 w 4504"/>
              <a:gd name="p0y5" fmla="*/ 3915 h 4065"/>
              <a:gd name="p0x6" fmla="*/ 4504 w 4504"/>
              <a:gd name="p0y6" fmla="*/ 3997 h 4065"/>
              <a:gd name="p0x7" fmla="*/ 4437 w 4504"/>
              <a:gd name="p0y7" fmla="*/ 4065 h 4065"/>
              <a:gd name="p0x8" fmla="*/ 4354 w 4504"/>
              <a:gd name="p0y8" fmla="*/ 4065 h 4065"/>
              <a:gd name="p0x9" fmla="*/ 150 w 4504"/>
              <a:gd name="p0y9" fmla="*/ 4065 h 4065"/>
              <a:gd name="p0x10" fmla="*/ 67 w 4504"/>
              <a:gd name="p0y10" fmla="*/ 4065 h 4065"/>
              <a:gd name="p0x11" fmla="*/ 0 w 4504"/>
              <a:gd name="p0y11" fmla="*/ 3997 h 4065"/>
              <a:gd name="p0x12" fmla="*/ 0 w 4504"/>
              <a:gd name="p0y12" fmla="*/ 3915 h 4065"/>
              <a:gd name="p0x13" fmla="*/ 0 w 4504"/>
              <a:gd name="p0y13" fmla="*/ 150 h 4065"/>
              <a:gd name="p0x14" fmla="*/ 0 w 4504"/>
              <a:gd name="p0y14" fmla="*/ 67 h 4065"/>
              <a:gd name="p0x15" fmla="*/ 67 w 4504"/>
              <a:gd name="p0y15" fmla="*/ 0 h 4065"/>
              <a:gd name="p0x16" fmla="*/ 150 w 450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49"/>
            </p:custDataLst>
          </p:nvPr>
        </p:nvSpPr>
        <p:spPr>
          <a:xfrm>
            <a:off x="5889625" y="4500245"/>
            <a:ext cx="762635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30 w 1200"/>
              <a:gd name="p0y0" fmla="*/ 0 h 375"/>
              <a:gd name="p0x1" fmla="*/ 1170 w 1200"/>
              <a:gd name="p0y1" fmla="*/ 0 h 375"/>
              <a:gd name="p0x2" fmla="*/ 1186 w 1200"/>
              <a:gd name="p0y2" fmla="*/ 0 h 375"/>
              <a:gd name="p0x3" fmla="*/ 1200 w 1200"/>
              <a:gd name="p0y3" fmla="*/ 13 h 375"/>
              <a:gd name="p0x4" fmla="*/ 1200 w 1200"/>
              <a:gd name="p0y4" fmla="*/ 30 h 375"/>
              <a:gd name="p0x5" fmla="*/ 1200 w 1200"/>
              <a:gd name="p0y5" fmla="*/ 345 h 375"/>
              <a:gd name="p0x6" fmla="*/ 1200 w 1200"/>
              <a:gd name="p0y6" fmla="*/ 361 h 375"/>
              <a:gd name="p0x7" fmla="*/ 1186 w 1200"/>
              <a:gd name="p0y7" fmla="*/ 375 h 375"/>
              <a:gd name="p0x8" fmla="*/ 1170 w 1200"/>
              <a:gd name="p0y8" fmla="*/ 375 h 375"/>
              <a:gd name="p0x9" fmla="*/ 30 w 1200"/>
              <a:gd name="p0y9" fmla="*/ 375 h 375"/>
              <a:gd name="p0x10" fmla="*/ 13 w 1200"/>
              <a:gd name="p0y10" fmla="*/ 375 h 375"/>
              <a:gd name="p0x11" fmla="*/ 0 w 1200"/>
              <a:gd name="p0y11" fmla="*/ 361 h 375"/>
              <a:gd name="p0x12" fmla="*/ 0 w 1200"/>
              <a:gd name="p0y12" fmla="*/ 345 h 375"/>
              <a:gd name="p0x13" fmla="*/ 0 w 1200"/>
              <a:gd name="p0y13" fmla="*/ 30 h 375"/>
              <a:gd name="p0x14" fmla="*/ 0 w 1200"/>
              <a:gd name="p0y14" fmla="*/ 13 h 375"/>
              <a:gd name="p0x15" fmla="*/ 13 w 1200"/>
              <a:gd name="p0y15" fmla="*/ 0 h 375"/>
              <a:gd name="p0x16" fmla="*/ 30 w 120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DF3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50"/>
            </p:custDataLst>
          </p:nvPr>
        </p:nvSpPr>
        <p:spPr>
          <a:xfrm>
            <a:off x="5966441" y="4519613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74B6F"/>
                </a:solidFill>
                <a:latin typeface="微软雅黑" panose="020B0503020204020204" charset="-122"/>
                <a:ea typeface="微软雅黑" panose="020B0503020204020204" charset="-122"/>
              </a:rPr>
              <a:t>学术产出</a:t>
            </a:r>
            <a:endParaRPr sz="1200">
              <a:solidFill>
                <a:srgbClr val="074B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1"/>
            </p:custDataLst>
          </p:nvPr>
        </p:nvSpPr>
        <p:spPr>
          <a:xfrm>
            <a:off x="5890241" y="4837747"/>
            <a:ext cx="246980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结题报告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52"/>
            </p:custDataLst>
          </p:nvPr>
        </p:nvSpPr>
        <p:spPr>
          <a:xfrm>
            <a:off x="5890241" y="5238750"/>
            <a:ext cx="246980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系统阐述设计方案、实现细节、实验结果与经验教训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53"/>
            </p:custDataLst>
          </p:nvPr>
        </p:nvSpPr>
        <p:spPr>
          <a:xfrm>
            <a:off x="8754745" y="3890645"/>
            <a:ext cx="2860675" cy="2581275"/>
          </a:xfrm>
          <a:custGeom>
            <a:avLst/>
            <a:gdLst>
              <a:gd name="sw" fmla="*/ 1 w 4504"/>
              <a:gd name="sh" fmla="*/ 1 h 4065"/>
              <a:gd name="mins" fmla="min sw sh"/>
              <a:gd name="dsw" fmla="+- 0 sw mins"/>
              <a:gd name="dsh" fmla="+- 0 sh mins"/>
              <a:gd name="p0x0" fmla="*/ 150 w 4504"/>
              <a:gd name="p0y0" fmla="*/ 0 h 4065"/>
              <a:gd name="p0x1" fmla="*/ 4354 w 4504"/>
              <a:gd name="p0y1" fmla="*/ 0 h 4065"/>
              <a:gd name="p0x2" fmla="*/ 4437 w 4504"/>
              <a:gd name="p0y2" fmla="*/ 0 h 4065"/>
              <a:gd name="p0x3" fmla="*/ 4504 w 4504"/>
              <a:gd name="p0y3" fmla="*/ 67 h 4065"/>
              <a:gd name="p0x4" fmla="*/ 4504 w 4504"/>
              <a:gd name="p0y4" fmla="*/ 150 h 4065"/>
              <a:gd name="p0x5" fmla="*/ 4504 w 4504"/>
              <a:gd name="p0y5" fmla="*/ 3915 h 4065"/>
              <a:gd name="p0x6" fmla="*/ 4504 w 4504"/>
              <a:gd name="p0y6" fmla="*/ 3997 h 4065"/>
              <a:gd name="p0x7" fmla="*/ 4437 w 4504"/>
              <a:gd name="p0y7" fmla="*/ 4065 h 4065"/>
              <a:gd name="p0x8" fmla="*/ 4354 w 4504"/>
              <a:gd name="p0y8" fmla="*/ 4065 h 4065"/>
              <a:gd name="p0x9" fmla="*/ 150 w 4504"/>
              <a:gd name="p0y9" fmla="*/ 4065 h 4065"/>
              <a:gd name="p0x10" fmla="*/ 67 w 4504"/>
              <a:gd name="p0y10" fmla="*/ 4065 h 4065"/>
              <a:gd name="p0x11" fmla="*/ 0 w 4504"/>
              <a:gd name="p0y11" fmla="*/ 3997 h 4065"/>
              <a:gd name="p0x12" fmla="*/ 0 w 4504"/>
              <a:gd name="p0y12" fmla="*/ 3915 h 4065"/>
              <a:gd name="p0x13" fmla="*/ 0 w 4504"/>
              <a:gd name="p0y13" fmla="*/ 150 h 4065"/>
              <a:gd name="p0x14" fmla="*/ 0 w 4504"/>
              <a:gd name="p0y14" fmla="*/ 67 h 4065"/>
              <a:gd name="p0x15" fmla="*/ 67 w 4504"/>
              <a:gd name="p0y15" fmla="*/ 0 h 4065"/>
              <a:gd name="p0x16" fmla="*/ 150 w 450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54"/>
            </p:custDataLst>
          </p:nvPr>
        </p:nvSpPr>
        <p:spPr>
          <a:xfrm>
            <a:off x="8950325" y="4500245"/>
            <a:ext cx="762000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30 w 1200"/>
              <a:gd name="p0y0" fmla="*/ 0 h 375"/>
              <a:gd name="p0x1" fmla="*/ 1170 w 1200"/>
              <a:gd name="p0y1" fmla="*/ 0 h 375"/>
              <a:gd name="p0x2" fmla="*/ 1186 w 1200"/>
              <a:gd name="p0y2" fmla="*/ 0 h 375"/>
              <a:gd name="p0x3" fmla="*/ 1200 w 1200"/>
              <a:gd name="p0y3" fmla="*/ 13 h 375"/>
              <a:gd name="p0x4" fmla="*/ 1200 w 1200"/>
              <a:gd name="p0y4" fmla="*/ 30 h 375"/>
              <a:gd name="p0x5" fmla="*/ 1200 w 1200"/>
              <a:gd name="p0y5" fmla="*/ 345 h 375"/>
              <a:gd name="p0x6" fmla="*/ 1200 w 1200"/>
              <a:gd name="p0y6" fmla="*/ 361 h 375"/>
              <a:gd name="p0x7" fmla="*/ 1186 w 1200"/>
              <a:gd name="p0y7" fmla="*/ 375 h 375"/>
              <a:gd name="p0x8" fmla="*/ 1170 w 1200"/>
              <a:gd name="p0y8" fmla="*/ 375 h 375"/>
              <a:gd name="p0x9" fmla="*/ 30 w 1200"/>
              <a:gd name="p0y9" fmla="*/ 375 h 375"/>
              <a:gd name="p0x10" fmla="*/ 13 w 1200"/>
              <a:gd name="p0y10" fmla="*/ 375 h 375"/>
              <a:gd name="p0x11" fmla="*/ 0 w 1200"/>
              <a:gd name="p0y11" fmla="*/ 361 h 375"/>
              <a:gd name="p0x12" fmla="*/ 0 w 1200"/>
              <a:gd name="p0y12" fmla="*/ 345 h 375"/>
              <a:gd name="p0x13" fmla="*/ 0 w 1200"/>
              <a:gd name="p0y13" fmla="*/ 30 h 375"/>
              <a:gd name="p0x14" fmla="*/ 0 w 1200"/>
              <a:gd name="p0y14" fmla="*/ 13 h 375"/>
              <a:gd name="p0x15" fmla="*/ 13 w 1200"/>
              <a:gd name="p0y15" fmla="*/ 0 h 375"/>
              <a:gd name="p0x16" fmla="*/ 30 w 120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55"/>
            </p:custDataLst>
          </p:nvPr>
        </p:nvSpPr>
        <p:spPr>
          <a:xfrm>
            <a:off x="9026795" y="4519613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社区贡献</a:t>
            </a:r>
            <a:endParaRPr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56"/>
            </p:custDataLst>
          </p:nvPr>
        </p:nvSpPr>
        <p:spPr>
          <a:xfrm>
            <a:off x="8950595" y="4837747"/>
            <a:ext cx="246988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代码开源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57"/>
            </p:custDataLst>
          </p:nvPr>
        </p:nvSpPr>
        <p:spPr>
          <a:xfrm>
            <a:off x="8950595" y="5238750"/>
            <a:ext cx="246988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将改进代码整理后上传至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</a:t>
            </a:r>
            <a:endParaRPr lang="en-US" altLang="zh-CN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2"/>
          <p:cNvSpPr>
            <a:spLocks noGrp="1"/>
          </p:cNvSpPr>
          <p:nvPr>
            <p:ph type="body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7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766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2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SCONTENTSTITLE" val="1"/>
  <p:tag name="LayoutZOrder" val="3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SCONTENTSTITLE" val="1"/>
  <p:tag name="LayoutZOrder" val="4"/>
  <p:tag name="KSO_WM_UNIT_ID" val="_2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80766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1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14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5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9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0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1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2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3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1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5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2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6.xml><?xml version="1.0" encoding="utf-8"?>
<p:tagLst xmlns:p="http://schemas.openxmlformats.org/presentationml/2006/main">
  <p:tag name="KSO_WM_UNIT_LINE_GRADIENT_Direction" val="6"/>
  <p:tag name="LayoutZOrder" val="18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4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4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9a93679a5cb3095b241c9c7f7665c27d481972a"/>
  <p:tag name="KSO_WM_NEWLAYOUT_ID" val="7344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6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6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cea36f74bd03d52d98cb06ef29925b27b04152c"/>
  <p:tag name="KSO_WM_NEWLAYOUT_ID" val="7356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d3165de83854dd198743f59463e74178002ce21"/>
  <p:tag name="KSO_WM_NEWLAYOUT_ID" val="1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6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7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8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6"/>
  <p:tag name="KSO_WM_TEMPLATE_CATEGORY" val="custom"/>
  <p:tag name="KSO_WM_TEMPLATE_MASTER_TYPE" val="0"/>
  <p:tag name="KSO_WM_TAG_VERSION" val="3.0"/>
</p:tagLst>
</file>

<file path=ppt/tags/tag90.xml><?xml version="1.0" encoding="utf-8"?>
<p:tagLst xmlns:p="http://schemas.openxmlformats.org/presentationml/2006/main">
  <p:tag name="KSO_WM_AITEMPLATE_STYLE_ID" val="69796636443"/>
</p:tagLst>
</file>

<file path=ppt/tags/tag9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9a93679a5cb3095b241c9c7f7665c27d481972a"/>
  <p:tag name="KSO_WM_NEWLAYOUT_ID" val="7344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9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9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6"/>
  <p:tag name="KSO_WM_TEMPLATE_CATEGORY" val="custom"/>
  <p:tag name="KSO_WM_SLIDE_INDEX" val="1"/>
  <p:tag name="KSO_WM_SLIDE_ID" val="custom40480766_1"/>
  <p:tag name="KSO_WM_TEMPLATE_MASTER_TYPE" val="0"/>
  <p:tag name="KSO_WM_SLIDE_LAYOUT" val="a_f"/>
  <p:tag name="KSO_WM_SLIDE_LAYOUT_CNT" val="1_2"/>
  <p:tag name="KSO_WM_TAG_VERSION" val="3.0"/>
</p:tagLst>
</file>

<file path=ppt/tags/tag9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11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117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1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22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22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22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34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347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34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43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43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4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7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71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67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9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9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0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0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0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0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0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1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71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1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1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2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2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2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2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3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3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3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3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3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73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4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4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4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4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4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4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4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4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4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75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5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5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5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5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5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5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5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5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75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76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6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6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76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76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cea36f74bd03d52d98cb06ef29925b27b04152c"/>
  <p:tag name="KSO_WM_NEWLAYOUT_ID" val="7356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76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80766"/>
  <p:tag name="KSO_WM_TEMPLATE_CATEGORY" val="custom"/>
  <p:tag name="KSO_WM_SLIDE_INDEX" val="5"/>
  <p:tag name="KSO_WM_SLIDE_ID" val="custom40480766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041D4B"/>
      </a:dk2>
      <a:lt2>
        <a:srgbClr val="F6F9FF"/>
      </a:lt2>
      <a:accent1>
        <a:srgbClr val="397AF3"/>
      </a:accent1>
      <a:accent2>
        <a:srgbClr val="2690EC"/>
      </a:accent2>
      <a:accent3>
        <a:srgbClr val="13A6E5"/>
      </a:accent3>
      <a:accent4>
        <a:srgbClr val="00BDDE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自定义 3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4149</Words>
  <Application>WPS Office WWO_wpscloud_20260603020957-b230a22616</Application>
  <PresentationFormat>宽屏</PresentationFormat>
  <Paragraphs>715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汉仪旗黑KW 55S</vt:lpstr>
      <vt:lpstr>Font Awesome 7 Free Solid</vt:lpstr>
      <vt:lpstr>汉仪书宋二KW</vt:lpstr>
      <vt:lpstr>Kingsoft Confetti</vt:lpstr>
      <vt:lpstr>仓耳屏显楷体 W04</vt:lpstr>
      <vt:lpstr>WPS</vt:lpstr>
      <vt:lpstr>1_Office 主题</vt:lpstr>
      <vt:lpstr>HapTest动态分析框架的事件生成策略优化研究</vt:lpstr>
      <vt:lpstr>PowerPoint 演示文稿</vt:lpstr>
      <vt:lpstr>研究背景与意义</vt:lpstr>
      <vt:lpstr>PowerPoint 演示文稿</vt:lpstr>
      <vt:lpstr>PowerPoint 演示文稿</vt:lpstr>
      <vt:lpstr>PowerPoint 演示文稿</vt:lpstr>
      <vt:lpstr>国内外研究现状</vt:lpstr>
      <vt:lpstr>PowerPoint 演示文稿</vt:lpstr>
      <vt:lpstr>PowerPoint 演示文稿</vt:lpstr>
      <vt:lpstr>PowerPoint 演示文稿</vt:lpstr>
      <vt:lpstr>HapTest框架与问题分析</vt:lpstr>
      <vt:lpstr>PowerPoint 演示文稿</vt:lpstr>
      <vt:lpstr>PowerPoint 演示文稿</vt:lpstr>
      <vt:lpstr>改进方案设计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可行性分析与预期成果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HapTest动态分析框架的事件生成策略优化研究</dc:title>
  <dc:creator/>
  <cp:lastModifiedBy> </cp:lastModifiedBy>
  <dcterms:created xsi:type="dcterms:W3CDTF">2026-06-20T07:35:45Z</dcterms:created>
  <dcterms:modified xsi:type="dcterms:W3CDTF">2026-06-20T07:35:45Z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2052-12.9.0.26953</vt:lpwstr>
  </property>
  <property fmtid="{D5CDD505-2E9C-101B-9397-08002B2CF9AE}" pid="3" name="ICV">
    <vt:lpwstr>E4B5F9ED61A158AD2842366A8C15B456_43</vt:lpwstr>
  </property>
  <property fmtid="{D5CDD505-2E9C-101B-9397-08002B2CF9AE}" pid="4" name="KSOTemplateUUID">
    <vt:lpwstr>v1.0_ai_69796636443</vt:lpwstr>
  </property>
</Properties>
</file>
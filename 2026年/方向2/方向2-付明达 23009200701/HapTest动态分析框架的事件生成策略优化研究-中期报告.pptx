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7"/>
  </p:notesMasterIdLst>
  <p:handoutMasterIdLst>
    <p:handoutMasterId r:id="rId28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2" Type="http://schemas.openxmlformats.org/officeDocument/2006/relationships/tags" Target="../tags/tag82.xml"/><Relationship Id="rId31" Type="http://schemas.openxmlformats.org/officeDocument/2006/relationships/tags" Target="../tags/tag81.xml"/><Relationship Id="rId30" Type="http://schemas.openxmlformats.org/officeDocument/2006/relationships/tags" Target="../tags/tag80.xml"/><Relationship Id="rId3" Type="http://schemas.openxmlformats.org/officeDocument/2006/relationships/tags" Target="../tags/tag53.xml"/><Relationship Id="rId29" Type="http://schemas.openxmlformats.org/officeDocument/2006/relationships/tags" Target="../tags/tag79.xml"/><Relationship Id="rId28" Type="http://schemas.openxmlformats.org/officeDocument/2006/relationships/tags" Target="../tags/tag78.xml"/><Relationship Id="rId27" Type="http://schemas.openxmlformats.org/officeDocument/2006/relationships/tags" Target="../tags/tag77.xml"/><Relationship Id="rId26" Type="http://schemas.openxmlformats.org/officeDocument/2006/relationships/tags" Target="../tags/tag76.xml"/><Relationship Id="rId25" Type="http://schemas.openxmlformats.org/officeDocument/2006/relationships/tags" Target="../tags/tag75.xml"/><Relationship Id="rId24" Type="http://schemas.openxmlformats.org/officeDocument/2006/relationships/tags" Target="../tags/tag74.xml"/><Relationship Id="rId23" Type="http://schemas.openxmlformats.org/officeDocument/2006/relationships/tags" Target="../tags/tag73.xml"/><Relationship Id="rId22" Type="http://schemas.openxmlformats.org/officeDocument/2006/relationships/tags" Target="../tags/tag72.xml"/><Relationship Id="rId21" Type="http://schemas.openxmlformats.org/officeDocument/2006/relationships/tags" Target="../tags/tag71.xml"/><Relationship Id="rId20" Type="http://schemas.openxmlformats.org/officeDocument/2006/relationships/tags" Target="../tags/tag70.xml"/><Relationship Id="rId2" Type="http://schemas.openxmlformats.org/officeDocument/2006/relationships/tags" Target="../tags/tag52.xml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2" Type="http://schemas.openxmlformats.org/officeDocument/2006/relationships/tags" Target="../tags/tag113.xml"/><Relationship Id="rId31" Type="http://schemas.openxmlformats.org/officeDocument/2006/relationships/tags" Target="../tags/tag112.xml"/><Relationship Id="rId30" Type="http://schemas.openxmlformats.org/officeDocument/2006/relationships/tags" Target="../tags/tag111.xml"/><Relationship Id="rId3" Type="http://schemas.openxmlformats.org/officeDocument/2006/relationships/tags" Target="../tags/tag84.xml"/><Relationship Id="rId29" Type="http://schemas.openxmlformats.org/officeDocument/2006/relationships/tags" Target="../tags/tag110.xml"/><Relationship Id="rId28" Type="http://schemas.openxmlformats.org/officeDocument/2006/relationships/tags" Target="../tags/tag109.xml"/><Relationship Id="rId27" Type="http://schemas.openxmlformats.org/officeDocument/2006/relationships/tags" Target="../tags/tag108.xml"/><Relationship Id="rId26" Type="http://schemas.openxmlformats.org/officeDocument/2006/relationships/tags" Target="../tags/tag107.xml"/><Relationship Id="rId25" Type="http://schemas.openxmlformats.org/officeDocument/2006/relationships/tags" Target="../tags/tag106.xml"/><Relationship Id="rId24" Type="http://schemas.openxmlformats.org/officeDocument/2006/relationships/tags" Target="../tags/tag105.xml"/><Relationship Id="rId23" Type="http://schemas.openxmlformats.org/officeDocument/2006/relationships/tags" Target="../tags/tag104.xml"/><Relationship Id="rId22" Type="http://schemas.openxmlformats.org/officeDocument/2006/relationships/tags" Target="../tags/tag103.xml"/><Relationship Id="rId21" Type="http://schemas.openxmlformats.org/officeDocument/2006/relationships/tags" Target="../tags/tag102.xml"/><Relationship Id="rId20" Type="http://schemas.openxmlformats.org/officeDocument/2006/relationships/tags" Target="../tags/tag101.xml"/><Relationship Id="rId2" Type="http://schemas.openxmlformats.org/officeDocument/2006/relationships/tags" Target="../tags/tag83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1" Type="http://schemas.openxmlformats.org/officeDocument/2006/relationships/tags" Target="../tags/tag153.xml"/><Relationship Id="rId40" Type="http://schemas.openxmlformats.org/officeDocument/2006/relationships/tags" Target="../tags/tag152.xml"/><Relationship Id="rId4" Type="http://schemas.openxmlformats.org/officeDocument/2006/relationships/tags" Target="../tags/tag116.xml"/><Relationship Id="rId39" Type="http://schemas.openxmlformats.org/officeDocument/2006/relationships/tags" Target="../tags/tag151.xml"/><Relationship Id="rId38" Type="http://schemas.openxmlformats.org/officeDocument/2006/relationships/tags" Target="../tags/tag150.xml"/><Relationship Id="rId37" Type="http://schemas.openxmlformats.org/officeDocument/2006/relationships/tags" Target="../tags/tag149.xml"/><Relationship Id="rId36" Type="http://schemas.openxmlformats.org/officeDocument/2006/relationships/tags" Target="../tags/tag148.xml"/><Relationship Id="rId35" Type="http://schemas.openxmlformats.org/officeDocument/2006/relationships/tags" Target="../tags/tag147.xml"/><Relationship Id="rId34" Type="http://schemas.openxmlformats.org/officeDocument/2006/relationships/tags" Target="../tags/tag146.xml"/><Relationship Id="rId33" Type="http://schemas.openxmlformats.org/officeDocument/2006/relationships/tags" Target="../tags/tag145.xml"/><Relationship Id="rId32" Type="http://schemas.openxmlformats.org/officeDocument/2006/relationships/tags" Target="../tags/tag144.xml"/><Relationship Id="rId31" Type="http://schemas.openxmlformats.org/officeDocument/2006/relationships/tags" Target="../tags/tag143.xml"/><Relationship Id="rId30" Type="http://schemas.openxmlformats.org/officeDocument/2006/relationships/tags" Target="../tags/tag142.xml"/><Relationship Id="rId3" Type="http://schemas.openxmlformats.org/officeDocument/2006/relationships/tags" Target="../tags/tag115.xml"/><Relationship Id="rId29" Type="http://schemas.openxmlformats.org/officeDocument/2006/relationships/tags" Target="../tags/tag141.xml"/><Relationship Id="rId28" Type="http://schemas.openxmlformats.org/officeDocument/2006/relationships/tags" Target="../tags/tag140.xml"/><Relationship Id="rId27" Type="http://schemas.openxmlformats.org/officeDocument/2006/relationships/tags" Target="../tags/tag139.xml"/><Relationship Id="rId26" Type="http://schemas.openxmlformats.org/officeDocument/2006/relationships/tags" Target="../tags/tag138.xml"/><Relationship Id="rId25" Type="http://schemas.openxmlformats.org/officeDocument/2006/relationships/tags" Target="../tags/tag137.xml"/><Relationship Id="rId24" Type="http://schemas.openxmlformats.org/officeDocument/2006/relationships/tags" Target="../tags/tag136.xml"/><Relationship Id="rId23" Type="http://schemas.openxmlformats.org/officeDocument/2006/relationships/tags" Target="../tags/tag135.xml"/><Relationship Id="rId22" Type="http://schemas.openxmlformats.org/officeDocument/2006/relationships/tags" Target="../tags/tag134.xml"/><Relationship Id="rId21" Type="http://schemas.openxmlformats.org/officeDocument/2006/relationships/tags" Target="../tags/tag133.xml"/><Relationship Id="rId20" Type="http://schemas.openxmlformats.org/officeDocument/2006/relationships/tags" Target="../tags/tag132.xml"/><Relationship Id="rId2" Type="http://schemas.openxmlformats.org/officeDocument/2006/relationships/tags" Target="../tags/tag114.xml"/><Relationship Id="rId19" Type="http://schemas.openxmlformats.org/officeDocument/2006/relationships/tags" Target="../tags/tag131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70.xml"/><Relationship Id="rId17" Type="http://schemas.openxmlformats.org/officeDocument/2006/relationships/tags" Target="../tags/tag169.xml"/><Relationship Id="rId16" Type="http://schemas.openxmlformats.org/officeDocument/2006/relationships/tags" Target="../tags/tag168.xml"/><Relationship Id="rId15" Type="http://schemas.openxmlformats.org/officeDocument/2006/relationships/tags" Target="../tags/tag167.xml"/><Relationship Id="rId14" Type="http://schemas.openxmlformats.org/officeDocument/2006/relationships/tags" Target="../tags/tag166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150800" y="2638800"/>
            <a:ext cx="1065600" cy="1663200"/>
          </a:xfrm>
        </p:spPr>
        <p:txBody>
          <a:bodyPr wrap="square" anchor="ctr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6"/>
            </p:custDataLst>
          </p:nvPr>
        </p:nvSpPr>
        <p:spPr>
          <a:xfrm>
            <a:off x="1" y="356821"/>
            <a:ext cx="3252680" cy="3977558"/>
          </a:xfrm>
          <a:custGeom>
            <a:avLst/>
            <a:gdLst>
              <a:gd name="connsiteX0" fmla="*/ 141670 w 3252680"/>
              <a:gd name="connsiteY0" fmla="*/ 0 h 3977558"/>
              <a:gd name="connsiteX1" fmla="*/ 3252680 w 3252680"/>
              <a:gd name="connsiteY1" fmla="*/ 1952239 h 3977558"/>
              <a:gd name="connsiteX2" fmla="*/ 0 w 3252680"/>
              <a:gd name="connsiteY2" fmla="*/ 3977558 h 3977558"/>
              <a:gd name="connsiteX3" fmla="*/ 0 w 3252680"/>
              <a:gd name="connsiteY3" fmla="*/ 88274 h 3977558"/>
              <a:gd name="connsiteX4" fmla="*/ 141670 w 3252680"/>
              <a:gd name="connsiteY4" fmla="*/ 0 h 3977558"/>
              <a:gd name="connsiteX0-1" fmla="*/ 155959 w 3266969"/>
              <a:gd name="connsiteY0-2" fmla="*/ 0 h 3977558"/>
              <a:gd name="connsiteX1-3" fmla="*/ 3266969 w 3266969"/>
              <a:gd name="connsiteY1-4" fmla="*/ 1952239 h 3977558"/>
              <a:gd name="connsiteX2-5" fmla="*/ 14289 w 3266969"/>
              <a:gd name="connsiteY2-6" fmla="*/ 3977558 h 3977558"/>
              <a:gd name="connsiteX3-7" fmla="*/ 0 w 3266969"/>
              <a:gd name="connsiteY3-8" fmla="*/ 1071929 h 3977558"/>
              <a:gd name="connsiteX4-9" fmla="*/ 14289 w 3266969"/>
              <a:gd name="connsiteY4-10" fmla="*/ 88274 h 3977558"/>
              <a:gd name="connsiteX5" fmla="*/ 155959 w 3266969"/>
              <a:gd name="connsiteY5" fmla="*/ 0 h 3977558"/>
              <a:gd name="connsiteX0-11" fmla="*/ 0 w 3266969"/>
              <a:gd name="connsiteY0-12" fmla="*/ 1071929 h 3977558"/>
              <a:gd name="connsiteX1-13" fmla="*/ 14289 w 3266969"/>
              <a:gd name="connsiteY1-14" fmla="*/ 88274 h 3977558"/>
              <a:gd name="connsiteX2-15" fmla="*/ 155959 w 3266969"/>
              <a:gd name="connsiteY2-16" fmla="*/ 0 h 3977558"/>
              <a:gd name="connsiteX3-17" fmla="*/ 3266969 w 3266969"/>
              <a:gd name="connsiteY3-18" fmla="*/ 1952239 h 3977558"/>
              <a:gd name="connsiteX4-19" fmla="*/ 14289 w 3266969"/>
              <a:gd name="connsiteY4-20" fmla="*/ 3977558 h 3977558"/>
              <a:gd name="connsiteX5-21" fmla="*/ 91440 w 3266969"/>
              <a:gd name="connsiteY5-22" fmla="*/ 1163369 h 3977558"/>
              <a:gd name="connsiteX0-23" fmla="*/ 0 w 3266969"/>
              <a:gd name="connsiteY0-24" fmla="*/ 1071929 h 3977558"/>
              <a:gd name="connsiteX1-25" fmla="*/ 14289 w 3266969"/>
              <a:gd name="connsiteY1-26" fmla="*/ 88274 h 3977558"/>
              <a:gd name="connsiteX2-27" fmla="*/ 155959 w 3266969"/>
              <a:gd name="connsiteY2-28" fmla="*/ 0 h 3977558"/>
              <a:gd name="connsiteX3-29" fmla="*/ 3266969 w 3266969"/>
              <a:gd name="connsiteY3-30" fmla="*/ 1952239 h 3977558"/>
              <a:gd name="connsiteX4-31" fmla="*/ 14289 w 3266969"/>
              <a:gd name="connsiteY4-32" fmla="*/ 3977558 h 3977558"/>
              <a:gd name="connsiteX0-33" fmla="*/ 0 w 3252680"/>
              <a:gd name="connsiteY0-34" fmla="*/ 88274 h 3977558"/>
              <a:gd name="connsiteX1-35" fmla="*/ 141670 w 3252680"/>
              <a:gd name="connsiteY1-36" fmla="*/ 0 h 3977558"/>
              <a:gd name="connsiteX2-37" fmla="*/ 3252680 w 3252680"/>
              <a:gd name="connsiteY2-38" fmla="*/ 1952239 h 3977558"/>
              <a:gd name="connsiteX3-39" fmla="*/ 0 w 3252680"/>
              <a:gd name="connsiteY3-40" fmla="*/ 3977558 h 39775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2680" h="3977558">
                <a:moveTo>
                  <a:pt x="0" y="88274"/>
                </a:moveTo>
                <a:lnTo>
                  <a:pt x="141670" y="0"/>
                </a:lnTo>
                <a:lnTo>
                  <a:pt x="3252680" y="1952239"/>
                </a:lnTo>
                <a:lnTo>
                  <a:pt x="0" y="397755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2" y="589437"/>
            <a:ext cx="3256985" cy="3980238"/>
          </a:xfrm>
          <a:custGeom>
            <a:avLst/>
            <a:gdLst>
              <a:gd name="connsiteX0" fmla="*/ 145975 w 3256985"/>
              <a:gd name="connsiteY0" fmla="*/ 0 h 3980238"/>
              <a:gd name="connsiteX1" fmla="*/ 3256985 w 3256985"/>
              <a:gd name="connsiteY1" fmla="*/ 1952239 h 3980238"/>
              <a:gd name="connsiteX2" fmla="*/ 0 w 3256985"/>
              <a:gd name="connsiteY2" fmla="*/ 3980238 h 3980238"/>
              <a:gd name="connsiteX3" fmla="*/ 0 w 3256985"/>
              <a:gd name="connsiteY3" fmla="*/ 90956 h 3980238"/>
              <a:gd name="connsiteX4" fmla="*/ 145975 w 3256985"/>
              <a:gd name="connsiteY4" fmla="*/ 0 h 3980238"/>
              <a:gd name="connsiteX0-1" fmla="*/ 150740 w 3261750"/>
              <a:gd name="connsiteY0-2" fmla="*/ 0 h 3980238"/>
              <a:gd name="connsiteX1-3" fmla="*/ 3261750 w 3261750"/>
              <a:gd name="connsiteY1-4" fmla="*/ 1952239 h 3980238"/>
              <a:gd name="connsiteX2-5" fmla="*/ 4765 w 3261750"/>
              <a:gd name="connsiteY2-6" fmla="*/ 3980238 h 3980238"/>
              <a:gd name="connsiteX3-7" fmla="*/ 0 w 3261750"/>
              <a:gd name="connsiteY3-8" fmla="*/ 1534638 h 3980238"/>
              <a:gd name="connsiteX4-9" fmla="*/ 4765 w 3261750"/>
              <a:gd name="connsiteY4-10" fmla="*/ 90956 h 3980238"/>
              <a:gd name="connsiteX5" fmla="*/ 150740 w 3261750"/>
              <a:gd name="connsiteY5" fmla="*/ 0 h 3980238"/>
              <a:gd name="connsiteX0-11" fmla="*/ 0 w 3261750"/>
              <a:gd name="connsiteY0-12" fmla="*/ 1534638 h 3980238"/>
              <a:gd name="connsiteX1-13" fmla="*/ 4765 w 3261750"/>
              <a:gd name="connsiteY1-14" fmla="*/ 90956 h 3980238"/>
              <a:gd name="connsiteX2-15" fmla="*/ 150740 w 3261750"/>
              <a:gd name="connsiteY2-16" fmla="*/ 0 h 3980238"/>
              <a:gd name="connsiteX3-17" fmla="*/ 3261750 w 3261750"/>
              <a:gd name="connsiteY3-18" fmla="*/ 1952239 h 3980238"/>
              <a:gd name="connsiteX4-19" fmla="*/ 4765 w 3261750"/>
              <a:gd name="connsiteY4-20" fmla="*/ 3980238 h 3980238"/>
              <a:gd name="connsiteX5-21" fmla="*/ 91440 w 3261750"/>
              <a:gd name="connsiteY5-22" fmla="*/ 1626078 h 3980238"/>
              <a:gd name="connsiteX0-23" fmla="*/ 0 w 3261750"/>
              <a:gd name="connsiteY0-24" fmla="*/ 1534638 h 3980238"/>
              <a:gd name="connsiteX1-25" fmla="*/ 4765 w 3261750"/>
              <a:gd name="connsiteY1-26" fmla="*/ 90956 h 3980238"/>
              <a:gd name="connsiteX2-27" fmla="*/ 150740 w 3261750"/>
              <a:gd name="connsiteY2-28" fmla="*/ 0 h 3980238"/>
              <a:gd name="connsiteX3-29" fmla="*/ 3261750 w 3261750"/>
              <a:gd name="connsiteY3-30" fmla="*/ 1952239 h 3980238"/>
              <a:gd name="connsiteX4-31" fmla="*/ 4765 w 3261750"/>
              <a:gd name="connsiteY4-32" fmla="*/ 3980238 h 3980238"/>
              <a:gd name="connsiteX0-33" fmla="*/ 0 w 3256985"/>
              <a:gd name="connsiteY0-34" fmla="*/ 90956 h 3980238"/>
              <a:gd name="connsiteX1-35" fmla="*/ 145975 w 3256985"/>
              <a:gd name="connsiteY1-36" fmla="*/ 0 h 3980238"/>
              <a:gd name="connsiteX2-37" fmla="*/ 3256985 w 3256985"/>
              <a:gd name="connsiteY2-38" fmla="*/ 1952239 h 3980238"/>
              <a:gd name="connsiteX3-39" fmla="*/ 0 w 3256985"/>
              <a:gd name="connsiteY3-40" fmla="*/ 3980238 h 39802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5" h="3980238">
                <a:moveTo>
                  <a:pt x="0" y="90956"/>
                </a:moveTo>
                <a:lnTo>
                  <a:pt x="145975" y="0"/>
                </a:lnTo>
                <a:lnTo>
                  <a:pt x="3256985" y="1952239"/>
                </a:lnTo>
                <a:lnTo>
                  <a:pt x="0" y="398023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8"/>
            </p:custDataLst>
          </p:nvPr>
        </p:nvSpPr>
        <p:spPr>
          <a:xfrm>
            <a:off x="0" y="824733"/>
            <a:ext cx="3252065" cy="3977175"/>
          </a:xfrm>
          <a:custGeom>
            <a:avLst/>
            <a:gdLst>
              <a:gd name="connsiteX0" fmla="*/ 141055 w 3252065"/>
              <a:gd name="connsiteY0" fmla="*/ 0 h 3977175"/>
              <a:gd name="connsiteX1" fmla="*/ 3252065 w 3252065"/>
              <a:gd name="connsiteY1" fmla="*/ 1952239 h 3977175"/>
              <a:gd name="connsiteX2" fmla="*/ 1 w 3252065"/>
              <a:gd name="connsiteY2" fmla="*/ 3977175 h 3977175"/>
              <a:gd name="connsiteX3" fmla="*/ 0 w 3252065"/>
              <a:gd name="connsiteY3" fmla="*/ 87891 h 3977175"/>
              <a:gd name="connsiteX4" fmla="*/ 141055 w 3252065"/>
              <a:gd name="connsiteY4" fmla="*/ 0 h 3977175"/>
              <a:gd name="connsiteX0-1" fmla="*/ 383542 w 3494552"/>
              <a:gd name="connsiteY0-2" fmla="*/ 0 h 3977175"/>
              <a:gd name="connsiteX1-3" fmla="*/ 3494552 w 3494552"/>
              <a:gd name="connsiteY1-4" fmla="*/ 1952239 h 3977175"/>
              <a:gd name="connsiteX2-5" fmla="*/ 242488 w 3494552"/>
              <a:gd name="connsiteY2-6" fmla="*/ 3977175 h 3977175"/>
              <a:gd name="connsiteX3-7" fmla="*/ 237724 w 3494552"/>
              <a:gd name="connsiteY3-8" fmla="*/ 1608905 h 3977175"/>
              <a:gd name="connsiteX4-9" fmla="*/ 242487 w 3494552"/>
              <a:gd name="connsiteY4-10" fmla="*/ 87891 h 3977175"/>
              <a:gd name="connsiteX5" fmla="*/ 383542 w 3494552"/>
              <a:gd name="connsiteY5" fmla="*/ 0 h 3977175"/>
              <a:gd name="connsiteX0-11" fmla="*/ 234416 w 3491244"/>
              <a:gd name="connsiteY0-12" fmla="*/ 1608905 h 3977175"/>
              <a:gd name="connsiteX1-13" fmla="*/ 239179 w 3491244"/>
              <a:gd name="connsiteY1-14" fmla="*/ 87891 h 3977175"/>
              <a:gd name="connsiteX2-15" fmla="*/ 380234 w 3491244"/>
              <a:gd name="connsiteY2-16" fmla="*/ 0 h 3977175"/>
              <a:gd name="connsiteX3-17" fmla="*/ 3491244 w 3491244"/>
              <a:gd name="connsiteY3-18" fmla="*/ 1952239 h 3977175"/>
              <a:gd name="connsiteX4-19" fmla="*/ 239180 w 3491244"/>
              <a:gd name="connsiteY4-20" fmla="*/ 3977175 h 3977175"/>
              <a:gd name="connsiteX5-21" fmla="*/ 325856 w 3491244"/>
              <a:gd name="connsiteY5-22" fmla="*/ 1700345 h 3977175"/>
              <a:gd name="connsiteX0-23" fmla="*/ 7429 w 3264257"/>
              <a:gd name="connsiteY0-24" fmla="*/ 1608905 h 3977175"/>
              <a:gd name="connsiteX1-25" fmla="*/ 12192 w 3264257"/>
              <a:gd name="connsiteY1-26" fmla="*/ 87891 h 3977175"/>
              <a:gd name="connsiteX2-27" fmla="*/ 153247 w 3264257"/>
              <a:gd name="connsiteY2-28" fmla="*/ 0 h 3977175"/>
              <a:gd name="connsiteX3-29" fmla="*/ 3264257 w 3264257"/>
              <a:gd name="connsiteY3-30" fmla="*/ 1952239 h 3977175"/>
              <a:gd name="connsiteX4-31" fmla="*/ 12193 w 3264257"/>
              <a:gd name="connsiteY4-32" fmla="*/ 3977175 h 3977175"/>
              <a:gd name="connsiteX0-33" fmla="*/ 0 w 3252065"/>
              <a:gd name="connsiteY0-34" fmla="*/ 87891 h 3977175"/>
              <a:gd name="connsiteX1-35" fmla="*/ 141055 w 3252065"/>
              <a:gd name="connsiteY1-36" fmla="*/ 0 h 3977175"/>
              <a:gd name="connsiteX2-37" fmla="*/ 3252065 w 3252065"/>
              <a:gd name="connsiteY2-38" fmla="*/ 1952239 h 3977175"/>
              <a:gd name="connsiteX3-39" fmla="*/ 1 w 3252065"/>
              <a:gd name="connsiteY3-40" fmla="*/ 3977175 h 39771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2065" h="3977175">
                <a:moveTo>
                  <a:pt x="0" y="87891"/>
                </a:moveTo>
                <a:lnTo>
                  <a:pt x="141055" y="0"/>
                </a:lnTo>
                <a:lnTo>
                  <a:pt x="3252065" y="1952239"/>
                </a:lnTo>
                <a:lnTo>
                  <a:pt x="1" y="397717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9"/>
            </p:custDataLst>
          </p:nvPr>
        </p:nvSpPr>
        <p:spPr>
          <a:xfrm>
            <a:off x="0" y="1056966"/>
            <a:ext cx="3244068" cy="3972196"/>
          </a:xfrm>
          <a:custGeom>
            <a:avLst/>
            <a:gdLst>
              <a:gd name="connsiteX0" fmla="*/ 133059 w 3244068"/>
              <a:gd name="connsiteY0" fmla="*/ 0 h 3972196"/>
              <a:gd name="connsiteX1" fmla="*/ 3244068 w 3244068"/>
              <a:gd name="connsiteY1" fmla="*/ 1952239 h 3972196"/>
              <a:gd name="connsiteX2" fmla="*/ 0 w 3244068"/>
              <a:gd name="connsiteY2" fmla="*/ 3972196 h 3972196"/>
              <a:gd name="connsiteX3" fmla="*/ 0 w 3244068"/>
              <a:gd name="connsiteY3" fmla="*/ 82909 h 3972196"/>
              <a:gd name="connsiteX4" fmla="*/ 133059 w 3244068"/>
              <a:gd name="connsiteY4" fmla="*/ 0 h 3972196"/>
              <a:gd name="connsiteX0-1" fmla="*/ 142584 w 3253593"/>
              <a:gd name="connsiteY0-2" fmla="*/ 0 h 3972196"/>
              <a:gd name="connsiteX1-3" fmla="*/ 3253593 w 3253593"/>
              <a:gd name="connsiteY1-4" fmla="*/ 1952239 h 3972196"/>
              <a:gd name="connsiteX2-5" fmla="*/ 9525 w 3253593"/>
              <a:gd name="connsiteY2-6" fmla="*/ 3972196 h 3972196"/>
              <a:gd name="connsiteX3-7" fmla="*/ 0 w 3253593"/>
              <a:gd name="connsiteY3-8" fmla="*/ 2767322 h 3972196"/>
              <a:gd name="connsiteX4-9" fmla="*/ 9525 w 3253593"/>
              <a:gd name="connsiteY4-10" fmla="*/ 82909 h 3972196"/>
              <a:gd name="connsiteX5" fmla="*/ 142584 w 3253593"/>
              <a:gd name="connsiteY5" fmla="*/ 0 h 3972196"/>
              <a:gd name="connsiteX0-11" fmla="*/ 0 w 3253593"/>
              <a:gd name="connsiteY0-12" fmla="*/ 2767322 h 3972196"/>
              <a:gd name="connsiteX1-13" fmla="*/ 9525 w 3253593"/>
              <a:gd name="connsiteY1-14" fmla="*/ 82909 h 3972196"/>
              <a:gd name="connsiteX2-15" fmla="*/ 142584 w 3253593"/>
              <a:gd name="connsiteY2-16" fmla="*/ 0 h 3972196"/>
              <a:gd name="connsiteX3-17" fmla="*/ 3253593 w 3253593"/>
              <a:gd name="connsiteY3-18" fmla="*/ 1952239 h 3972196"/>
              <a:gd name="connsiteX4-19" fmla="*/ 9525 w 3253593"/>
              <a:gd name="connsiteY4-20" fmla="*/ 3972196 h 3972196"/>
              <a:gd name="connsiteX5-21" fmla="*/ 91440 w 3253593"/>
              <a:gd name="connsiteY5-22" fmla="*/ 2858762 h 3972196"/>
              <a:gd name="connsiteX0-23" fmla="*/ 0 w 3253593"/>
              <a:gd name="connsiteY0-24" fmla="*/ 2767322 h 3972196"/>
              <a:gd name="connsiteX1-25" fmla="*/ 9525 w 3253593"/>
              <a:gd name="connsiteY1-26" fmla="*/ 82909 h 3972196"/>
              <a:gd name="connsiteX2-27" fmla="*/ 142584 w 3253593"/>
              <a:gd name="connsiteY2-28" fmla="*/ 0 h 3972196"/>
              <a:gd name="connsiteX3-29" fmla="*/ 3253593 w 3253593"/>
              <a:gd name="connsiteY3-30" fmla="*/ 1952239 h 3972196"/>
              <a:gd name="connsiteX4-31" fmla="*/ 9525 w 3253593"/>
              <a:gd name="connsiteY4-32" fmla="*/ 3972196 h 3972196"/>
              <a:gd name="connsiteX0-33" fmla="*/ 0 w 3244068"/>
              <a:gd name="connsiteY0-34" fmla="*/ 82909 h 3972196"/>
              <a:gd name="connsiteX1-35" fmla="*/ 133059 w 3244068"/>
              <a:gd name="connsiteY1-36" fmla="*/ 0 h 3972196"/>
              <a:gd name="connsiteX2-37" fmla="*/ 3244068 w 3244068"/>
              <a:gd name="connsiteY2-38" fmla="*/ 1952239 h 3972196"/>
              <a:gd name="connsiteX3-39" fmla="*/ 0 w 3244068"/>
              <a:gd name="connsiteY3-40" fmla="*/ 3972196 h 39721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44068" h="3972196">
                <a:moveTo>
                  <a:pt x="0" y="82909"/>
                </a:moveTo>
                <a:lnTo>
                  <a:pt x="133059" y="0"/>
                </a:lnTo>
                <a:lnTo>
                  <a:pt x="3244068" y="1952239"/>
                </a:lnTo>
                <a:lnTo>
                  <a:pt x="0" y="397219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10"/>
            </p:custDataLst>
          </p:nvPr>
        </p:nvSpPr>
        <p:spPr>
          <a:xfrm>
            <a:off x="2" y="1284220"/>
            <a:ext cx="3256985" cy="3980238"/>
          </a:xfrm>
          <a:custGeom>
            <a:avLst/>
            <a:gdLst>
              <a:gd name="connsiteX0" fmla="*/ 145975 w 3256985"/>
              <a:gd name="connsiteY0" fmla="*/ 0 h 3980238"/>
              <a:gd name="connsiteX1" fmla="*/ 3256985 w 3256985"/>
              <a:gd name="connsiteY1" fmla="*/ 1952239 h 3980238"/>
              <a:gd name="connsiteX2" fmla="*/ 0 w 3256985"/>
              <a:gd name="connsiteY2" fmla="*/ 3980238 h 3980238"/>
              <a:gd name="connsiteX3" fmla="*/ 0 w 3256985"/>
              <a:gd name="connsiteY3" fmla="*/ 90956 h 3980238"/>
              <a:gd name="connsiteX4" fmla="*/ 145975 w 3256985"/>
              <a:gd name="connsiteY4" fmla="*/ 0 h 3980238"/>
              <a:gd name="connsiteX0-1" fmla="*/ 145977 w 3256987"/>
              <a:gd name="connsiteY0-2" fmla="*/ 0 h 3980238"/>
              <a:gd name="connsiteX1-3" fmla="*/ 3256987 w 3256987"/>
              <a:gd name="connsiteY1-4" fmla="*/ 1952239 h 3980238"/>
              <a:gd name="connsiteX2-5" fmla="*/ 2 w 3256987"/>
              <a:gd name="connsiteY2-6" fmla="*/ 3980238 h 3980238"/>
              <a:gd name="connsiteX3-7" fmla="*/ 0 w 3256987"/>
              <a:gd name="connsiteY3-8" fmla="*/ 2063818 h 3980238"/>
              <a:gd name="connsiteX4-9" fmla="*/ 2 w 3256987"/>
              <a:gd name="connsiteY4-10" fmla="*/ 90956 h 3980238"/>
              <a:gd name="connsiteX5" fmla="*/ 145977 w 3256987"/>
              <a:gd name="connsiteY5" fmla="*/ 0 h 3980238"/>
              <a:gd name="connsiteX0-11" fmla="*/ 0 w 3256987"/>
              <a:gd name="connsiteY0-12" fmla="*/ 2063818 h 3980238"/>
              <a:gd name="connsiteX1-13" fmla="*/ 2 w 3256987"/>
              <a:gd name="connsiteY1-14" fmla="*/ 90956 h 3980238"/>
              <a:gd name="connsiteX2-15" fmla="*/ 145977 w 3256987"/>
              <a:gd name="connsiteY2-16" fmla="*/ 0 h 3980238"/>
              <a:gd name="connsiteX3-17" fmla="*/ 3256987 w 3256987"/>
              <a:gd name="connsiteY3-18" fmla="*/ 1952239 h 3980238"/>
              <a:gd name="connsiteX4-19" fmla="*/ 2 w 3256987"/>
              <a:gd name="connsiteY4-20" fmla="*/ 3980238 h 3980238"/>
              <a:gd name="connsiteX5-21" fmla="*/ 91440 w 3256987"/>
              <a:gd name="connsiteY5-22" fmla="*/ 2155258 h 3980238"/>
              <a:gd name="connsiteX0-23" fmla="*/ 0 w 3256987"/>
              <a:gd name="connsiteY0-24" fmla="*/ 2063818 h 3980238"/>
              <a:gd name="connsiteX1-25" fmla="*/ 2 w 3256987"/>
              <a:gd name="connsiteY1-26" fmla="*/ 90956 h 3980238"/>
              <a:gd name="connsiteX2-27" fmla="*/ 145977 w 3256987"/>
              <a:gd name="connsiteY2-28" fmla="*/ 0 h 3980238"/>
              <a:gd name="connsiteX3-29" fmla="*/ 3256987 w 3256987"/>
              <a:gd name="connsiteY3-30" fmla="*/ 1952239 h 3980238"/>
              <a:gd name="connsiteX4-31" fmla="*/ 2 w 3256987"/>
              <a:gd name="connsiteY4-32" fmla="*/ 3980238 h 3980238"/>
              <a:gd name="connsiteX0-33" fmla="*/ 0 w 3256985"/>
              <a:gd name="connsiteY0-34" fmla="*/ 90956 h 3980238"/>
              <a:gd name="connsiteX1-35" fmla="*/ 145975 w 3256985"/>
              <a:gd name="connsiteY1-36" fmla="*/ 0 h 3980238"/>
              <a:gd name="connsiteX2-37" fmla="*/ 3256985 w 3256985"/>
              <a:gd name="connsiteY2-38" fmla="*/ 1952239 h 3980238"/>
              <a:gd name="connsiteX3-39" fmla="*/ 0 w 3256985"/>
              <a:gd name="connsiteY3-40" fmla="*/ 3980238 h 39802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5" h="3980238">
                <a:moveTo>
                  <a:pt x="0" y="90956"/>
                </a:moveTo>
                <a:lnTo>
                  <a:pt x="145975" y="0"/>
                </a:lnTo>
                <a:lnTo>
                  <a:pt x="3256985" y="1952239"/>
                </a:lnTo>
                <a:lnTo>
                  <a:pt x="0" y="398023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11"/>
            </p:custDataLst>
          </p:nvPr>
        </p:nvSpPr>
        <p:spPr>
          <a:xfrm>
            <a:off x="1" y="1519516"/>
            <a:ext cx="3256371" cy="3979856"/>
          </a:xfrm>
          <a:custGeom>
            <a:avLst/>
            <a:gdLst>
              <a:gd name="connsiteX0" fmla="*/ 145361 w 3256371"/>
              <a:gd name="connsiteY0" fmla="*/ 0 h 3979856"/>
              <a:gd name="connsiteX1" fmla="*/ 3256371 w 3256371"/>
              <a:gd name="connsiteY1" fmla="*/ 1952239 h 3979856"/>
              <a:gd name="connsiteX2" fmla="*/ 0 w 3256371"/>
              <a:gd name="connsiteY2" fmla="*/ 3979856 h 3979856"/>
              <a:gd name="connsiteX3" fmla="*/ 1 w 3256371"/>
              <a:gd name="connsiteY3" fmla="*/ 90574 h 3979856"/>
              <a:gd name="connsiteX4" fmla="*/ 145361 w 3256371"/>
              <a:gd name="connsiteY4" fmla="*/ 0 h 3979856"/>
              <a:gd name="connsiteX0-1" fmla="*/ 386573 w 3497583"/>
              <a:gd name="connsiteY0-2" fmla="*/ 0 h 3980000"/>
              <a:gd name="connsiteX1-3" fmla="*/ 3497583 w 3497583"/>
              <a:gd name="connsiteY1-4" fmla="*/ 1952239 h 3980000"/>
              <a:gd name="connsiteX2-5" fmla="*/ 241212 w 3497583"/>
              <a:gd name="connsiteY2-6" fmla="*/ 3979856 h 3980000"/>
              <a:gd name="connsiteX3-7" fmla="*/ 241212 w 3497583"/>
              <a:gd name="connsiteY3-8" fmla="*/ 2047597 h 3980000"/>
              <a:gd name="connsiteX4-9" fmla="*/ 241213 w 3497583"/>
              <a:gd name="connsiteY4-10" fmla="*/ 90574 h 3980000"/>
              <a:gd name="connsiteX5" fmla="*/ 386573 w 3497583"/>
              <a:gd name="connsiteY5" fmla="*/ 0 h 3980000"/>
              <a:gd name="connsiteX0-11" fmla="*/ 237960 w 3494331"/>
              <a:gd name="connsiteY0-12" fmla="*/ 2047597 h 3980000"/>
              <a:gd name="connsiteX1-13" fmla="*/ 237961 w 3494331"/>
              <a:gd name="connsiteY1-14" fmla="*/ 90574 h 3980000"/>
              <a:gd name="connsiteX2-15" fmla="*/ 383321 w 3494331"/>
              <a:gd name="connsiteY2-16" fmla="*/ 0 h 3980000"/>
              <a:gd name="connsiteX3-17" fmla="*/ 3494331 w 3494331"/>
              <a:gd name="connsiteY3-18" fmla="*/ 1952239 h 3980000"/>
              <a:gd name="connsiteX4-19" fmla="*/ 237960 w 3494331"/>
              <a:gd name="connsiteY4-20" fmla="*/ 3979856 h 3980000"/>
              <a:gd name="connsiteX5-21" fmla="*/ 329400 w 3494331"/>
              <a:gd name="connsiteY5-22" fmla="*/ 2139037 h 3980000"/>
              <a:gd name="connsiteX0-23" fmla="*/ 10767 w 3267138"/>
              <a:gd name="connsiteY0-24" fmla="*/ 2047597 h 3979856"/>
              <a:gd name="connsiteX1-25" fmla="*/ 10768 w 3267138"/>
              <a:gd name="connsiteY1-26" fmla="*/ 90574 h 3979856"/>
              <a:gd name="connsiteX2-27" fmla="*/ 156128 w 3267138"/>
              <a:gd name="connsiteY2-28" fmla="*/ 0 h 3979856"/>
              <a:gd name="connsiteX3-29" fmla="*/ 3267138 w 3267138"/>
              <a:gd name="connsiteY3-30" fmla="*/ 1952239 h 3979856"/>
              <a:gd name="connsiteX4-31" fmla="*/ 10767 w 3267138"/>
              <a:gd name="connsiteY4-32" fmla="*/ 3979856 h 3979856"/>
              <a:gd name="connsiteX0-33" fmla="*/ 1 w 3256371"/>
              <a:gd name="connsiteY0-34" fmla="*/ 90574 h 3979856"/>
              <a:gd name="connsiteX1-35" fmla="*/ 145361 w 3256371"/>
              <a:gd name="connsiteY1-36" fmla="*/ 0 h 3979856"/>
              <a:gd name="connsiteX2-37" fmla="*/ 3256371 w 3256371"/>
              <a:gd name="connsiteY2-38" fmla="*/ 1952239 h 3979856"/>
              <a:gd name="connsiteX3-39" fmla="*/ 0 w 3256371"/>
              <a:gd name="connsiteY3-40" fmla="*/ 3979856 h 39798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371" h="3979856">
                <a:moveTo>
                  <a:pt x="1" y="90574"/>
                </a:moveTo>
                <a:lnTo>
                  <a:pt x="145361" y="0"/>
                </a:lnTo>
                <a:lnTo>
                  <a:pt x="3256371" y="1952239"/>
                </a:lnTo>
                <a:lnTo>
                  <a:pt x="0" y="397985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12"/>
            </p:custDataLst>
          </p:nvPr>
        </p:nvSpPr>
        <p:spPr>
          <a:xfrm>
            <a:off x="2" y="1754430"/>
            <a:ext cx="3256986" cy="3980238"/>
          </a:xfrm>
          <a:custGeom>
            <a:avLst/>
            <a:gdLst>
              <a:gd name="connsiteX0" fmla="*/ 145976 w 3256986"/>
              <a:gd name="connsiteY0" fmla="*/ 0 h 3980238"/>
              <a:gd name="connsiteX1" fmla="*/ 3256986 w 3256986"/>
              <a:gd name="connsiteY1" fmla="*/ 1952239 h 3980238"/>
              <a:gd name="connsiteX2" fmla="*/ 1 w 3256986"/>
              <a:gd name="connsiteY2" fmla="*/ 3980238 h 3980238"/>
              <a:gd name="connsiteX3" fmla="*/ 0 w 3256986"/>
              <a:gd name="connsiteY3" fmla="*/ 90957 h 3980238"/>
              <a:gd name="connsiteX4" fmla="*/ 145976 w 3256986"/>
              <a:gd name="connsiteY4" fmla="*/ 0 h 3980238"/>
              <a:gd name="connsiteX0-1" fmla="*/ 392052 w 3503062"/>
              <a:gd name="connsiteY0-2" fmla="*/ 0 h 3980314"/>
              <a:gd name="connsiteX1-3" fmla="*/ 3503062 w 3503062"/>
              <a:gd name="connsiteY1-4" fmla="*/ 1952239 h 3980314"/>
              <a:gd name="connsiteX2-5" fmla="*/ 246077 w 3503062"/>
              <a:gd name="connsiteY2-6" fmla="*/ 3980238 h 3980314"/>
              <a:gd name="connsiteX3-7" fmla="*/ 231787 w 3503062"/>
              <a:gd name="connsiteY3-8" fmla="*/ 2022233 h 3980314"/>
              <a:gd name="connsiteX4-9" fmla="*/ 246076 w 3503062"/>
              <a:gd name="connsiteY4-10" fmla="*/ 90957 h 3980314"/>
              <a:gd name="connsiteX5" fmla="*/ 392052 w 3503062"/>
              <a:gd name="connsiteY5" fmla="*/ 0 h 3980314"/>
              <a:gd name="connsiteX0-11" fmla="*/ 228364 w 3499639"/>
              <a:gd name="connsiteY0-12" fmla="*/ 2022233 h 3980314"/>
              <a:gd name="connsiteX1-13" fmla="*/ 242653 w 3499639"/>
              <a:gd name="connsiteY1-14" fmla="*/ 90957 h 3980314"/>
              <a:gd name="connsiteX2-15" fmla="*/ 388629 w 3499639"/>
              <a:gd name="connsiteY2-16" fmla="*/ 0 h 3980314"/>
              <a:gd name="connsiteX3-17" fmla="*/ 3499639 w 3499639"/>
              <a:gd name="connsiteY3-18" fmla="*/ 1952239 h 3980314"/>
              <a:gd name="connsiteX4-19" fmla="*/ 242654 w 3499639"/>
              <a:gd name="connsiteY4-20" fmla="*/ 3980238 h 3980314"/>
              <a:gd name="connsiteX5-21" fmla="*/ 319804 w 3499639"/>
              <a:gd name="connsiteY5-22" fmla="*/ 2113673 h 3980314"/>
              <a:gd name="connsiteX0-23" fmla="*/ 2885 w 3274160"/>
              <a:gd name="connsiteY0-24" fmla="*/ 2022233 h 3980238"/>
              <a:gd name="connsiteX1-25" fmla="*/ 17174 w 3274160"/>
              <a:gd name="connsiteY1-26" fmla="*/ 90957 h 3980238"/>
              <a:gd name="connsiteX2-27" fmla="*/ 163150 w 3274160"/>
              <a:gd name="connsiteY2-28" fmla="*/ 0 h 3980238"/>
              <a:gd name="connsiteX3-29" fmla="*/ 3274160 w 3274160"/>
              <a:gd name="connsiteY3-30" fmla="*/ 1952239 h 3980238"/>
              <a:gd name="connsiteX4-31" fmla="*/ 17175 w 3274160"/>
              <a:gd name="connsiteY4-32" fmla="*/ 3980238 h 3980238"/>
              <a:gd name="connsiteX0-33" fmla="*/ 0 w 3256986"/>
              <a:gd name="connsiteY0-34" fmla="*/ 90957 h 3980238"/>
              <a:gd name="connsiteX1-35" fmla="*/ 145976 w 3256986"/>
              <a:gd name="connsiteY1-36" fmla="*/ 0 h 3980238"/>
              <a:gd name="connsiteX2-37" fmla="*/ 3256986 w 3256986"/>
              <a:gd name="connsiteY2-38" fmla="*/ 1952239 h 3980238"/>
              <a:gd name="connsiteX3-39" fmla="*/ 1 w 3256986"/>
              <a:gd name="connsiteY3-40" fmla="*/ 3980238 h 39802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6" h="3980238">
                <a:moveTo>
                  <a:pt x="0" y="90957"/>
                </a:moveTo>
                <a:lnTo>
                  <a:pt x="145976" y="0"/>
                </a:lnTo>
                <a:lnTo>
                  <a:pt x="3256986" y="1952239"/>
                </a:lnTo>
                <a:lnTo>
                  <a:pt x="1" y="398023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0" name="任意多边形: 形状 39"/>
          <p:cNvSpPr/>
          <p:nvPr userDrawn="1">
            <p:custDataLst>
              <p:tags r:id="rId13"/>
            </p:custDataLst>
          </p:nvPr>
        </p:nvSpPr>
        <p:spPr>
          <a:xfrm>
            <a:off x="2" y="1989726"/>
            <a:ext cx="3256985" cy="3980238"/>
          </a:xfrm>
          <a:custGeom>
            <a:avLst/>
            <a:gdLst>
              <a:gd name="connsiteX0" fmla="*/ 145975 w 3256985"/>
              <a:gd name="connsiteY0" fmla="*/ 0 h 3980238"/>
              <a:gd name="connsiteX1" fmla="*/ 3256985 w 3256985"/>
              <a:gd name="connsiteY1" fmla="*/ 1952239 h 3980238"/>
              <a:gd name="connsiteX2" fmla="*/ 0 w 3256985"/>
              <a:gd name="connsiteY2" fmla="*/ 3980238 h 3980238"/>
              <a:gd name="connsiteX3" fmla="*/ 0 w 3256985"/>
              <a:gd name="connsiteY3" fmla="*/ 90956 h 3980238"/>
              <a:gd name="connsiteX4" fmla="*/ 145975 w 3256985"/>
              <a:gd name="connsiteY4" fmla="*/ 0 h 3980238"/>
              <a:gd name="connsiteX0-1" fmla="*/ 155502 w 3266512"/>
              <a:gd name="connsiteY0-2" fmla="*/ 0 h 3980238"/>
              <a:gd name="connsiteX1-3" fmla="*/ 3266512 w 3266512"/>
              <a:gd name="connsiteY1-4" fmla="*/ 1952239 h 3980238"/>
              <a:gd name="connsiteX2-5" fmla="*/ 9527 w 3266512"/>
              <a:gd name="connsiteY2-6" fmla="*/ 3980238 h 3980238"/>
              <a:gd name="connsiteX3-7" fmla="*/ 0 w 3266512"/>
              <a:gd name="connsiteY3-8" fmla="*/ 1996487 h 3980238"/>
              <a:gd name="connsiteX4-9" fmla="*/ 9527 w 3266512"/>
              <a:gd name="connsiteY4-10" fmla="*/ 90956 h 3980238"/>
              <a:gd name="connsiteX5" fmla="*/ 155502 w 3266512"/>
              <a:gd name="connsiteY5" fmla="*/ 0 h 3980238"/>
              <a:gd name="connsiteX0-11" fmla="*/ 0 w 3266512"/>
              <a:gd name="connsiteY0-12" fmla="*/ 1996487 h 3980238"/>
              <a:gd name="connsiteX1-13" fmla="*/ 9527 w 3266512"/>
              <a:gd name="connsiteY1-14" fmla="*/ 90956 h 3980238"/>
              <a:gd name="connsiteX2-15" fmla="*/ 155502 w 3266512"/>
              <a:gd name="connsiteY2-16" fmla="*/ 0 h 3980238"/>
              <a:gd name="connsiteX3-17" fmla="*/ 3266512 w 3266512"/>
              <a:gd name="connsiteY3-18" fmla="*/ 1952239 h 3980238"/>
              <a:gd name="connsiteX4-19" fmla="*/ 9527 w 3266512"/>
              <a:gd name="connsiteY4-20" fmla="*/ 3980238 h 3980238"/>
              <a:gd name="connsiteX5-21" fmla="*/ 91440 w 3266512"/>
              <a:gd name="connsiteY5-22" fmla="*/ 2087927 h 3980238"/>
              <a:gd name="connsiteX0-23" fmla="*/ 0 w 3266512"/>
              <a:gd name="connsiteY0-24" fmla="*/ 1996487 h 3980238"/>
              <a:gd name="connsiteX1-25" fmla="*/ 9527 w 3266512"/>
              <a:gd name="connsiteY1-26" fmla="*/ 90956 h 3980238"/>
              <a:gd name="connsiteX2-27" fmla="*/ 155502 w 3266512"/>
              <a:gd name="connsiteY2-28" fmla="*/ 0 h 3980238"/>
              <a:gd name="connsiteX3-29" fmla="*/ 3266512 w 3266512"/>
              <a:gd name="connsiteY3-30" fmla="*/ 1952239 h 3980238"/>
              <a:gd name="connsiteX4-31" fmla="*/ 9527 w 3266512"/>
              <a:gd name="connsiteY4-32" fmla="*/ 3980238 h 3980238"/>
              <a:gd name="connsiteX0-33" fmla="*/ 0 w 3256985"/>
              <a:gd name="connsiteY0-34" fmla="*/ 90956 h 3980238"/>
              <a:gd name="connsiteX1-35" fmla="*/ 145975 w 3256985"/>
              <a:gd name="connsiteY1-36" fmla="*/ 0 h 3980238"/>
              <a:gd name="connsiteX2-37" fmla="*/ 3256985 w 3256985"/>
              <a:gd name="connsiteY2-38" fmla="*/ 1952239 h 3980238"/>
              <a:gd name="connsiteX3-39" fmla="*/ 0 w 3256985"/>
              <a:gd name="connsiteY3-40" fmla="*/ 3980238 h 39802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5" h="3980238">
                <a:moveTo>
                  <a:pt x="0" y="90956"/>
                </a:moveTo>
                <a:lnTo>
                  <a:pt x="145975" y="0"/>
                </a:lnTo>
                <a:lnTo>
                  <a:pt x="3256985" y="1952239"/>
                </a:lnTo>
                <a:lnTo>
                  <a:pt x="0" y="398023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3" name="任意多边形: 形状 42"/>
          <p:cNvSpPr/>
          <p:nvPr userDrawn="1">
            <p:custDataLst>
              <p:tags r:id="rId14"/>
            </p:custDataLst>
          </p:nvPr>
        </p:nvSpPr>
        <p:spPr>
          <a:xfrm>
            <a:off x="1" y="2225022"/>
            <a:ext cx="3251449" cy="3976792"/>
          </a:xfrm>
          <a:custGeom>
            <a:avLst/>
            <a:gdLst>
              <a:gd name="connsiteX0" fmla="*/ 140439 w 3251449"/>
              <a:gd name="connsiteY0" fmla="*/ 0 h 3976792"/>
              <a:gd name="connsiteX1" fmla="*/ 3251449 w 3251449"/>
              <a:gd name="connsiteY1" fmla="*/ 1952239 h 3976792"/>
              <a:gd name="connsiteX2" fmla="*/ 0 w 3251449"/>
              <a:gd name="connsiteY2" fmla="*/ 3976792 h 3976792"/>
              <a:gd name="connsiteX3" fmla="*/ 0 w 3251449"/>
              <a:gd name="connsiteY3" fmla="*/ 87507 h 3976792"/>
              <a:gd name="connsiteX4" fmla="*/ 140439 w 3251449"/>
              <a:gd name="connsiteY4" fmla="*/ 0 h 3976792"/>
              <a:gd name="connsiteX0-1" fmla="*/ 140440 w 3251450"/>
              <a:gd name="connsiteY0-2" fmla="*/ 0 h 3976792"/>
              <a:gd name="connsiteX1-3" fmla="*/ 3251450 w 3251450"/>
              <a:gd name="connsiteY1-4" fmla="*/ 1952239 h 3976792"/>
              <a:gd name="connsiteX2-5" fmla="*/ 1 w 3251450"/>
              <a:gd name="connsiteY2-6" fmla="*/ 3976792 h 3976792"/>
              <a:gd name="connsiteX3-7" fmla="*/ 0 w 3251450"/>
              <a:gd name="connsiteY3-8" fmla="*/ 1837391 h 3976792"/>
              <a:gd name="connsiteX4-9" fmla="*/ 1 w 3251450"/>
              <a:gd name="connsiteY4-10" fmla="*/ 87507 h 3976792"/>
              <a:gd name="connsiteX5" fmla="*/ 140440 w 3251450"/>
              <a:gd name="connsiteY5" fmla="*/ 0 h 3976792"/>
              <a:gd name="connsiteX0-11" fmla="*/ 0 w 3251450"/>
              <a:gd name="connsiteY0-12" fmla="*/ 1837391 h 3976792"/>
              <a:gd name="connsiteX1-13" fmla="*/ 1 w 3251450"/>
              <a:gd name="connsiteY1-14" fmla="*/ 87507 h 3976792"/>
              <a:gd name="connsiteX2-15" fmla="*/ 140440 w 3251450"/>
              <a:gd name="connsiteY2-16" fmla="*/ 0 h 3976792"/>
              <a:gd name="connsiteX3-17" fmla="*/ 3251450 w 3251450"/>
              <a:gd name="connsiteY3-18" fmla="*/ 1952239 h 3976792"/>
              <a:gd name="connsiteX4-19" fmla="*/ 1 w 3251450"/>
              <a:gd name="connsiteY4-20" fmla="*/ 3976792 h 3976792"/>
              <a:gd name="connsiteX5-21" fmla="*/ 91440 w 3251450"/>
              <a:gd name="connsiteY5-22" fmla="*/ 1928831 h 3976792"/>
              <a:gd name="connsiteX0-23" fmla="*/ 0 w 3251450"/>
              <a:gd name="connsiteY0-24" fmla="*/ 1837391 h 3976792"/>
              <a:gd name="connsiteX1-25" fmla="*/ 1 w 3251450"/>
              <a:gd name="connsiteY1-26" fmla="*/ 87507 h 3976792"/>
              <a:gd name="connsiteX2-27" fmla="*/ 140440 w 3251450"/>
              <a:gd name="connsiteY2-28" fmla="*/ 0 h 3976792"/>
              <a:gd name="connsiteX3-29" fmla="*/ 3251450 w 3251450"/>
              <a:gd name="connsiteY3-30" fmla="*/ 1952239 h 3976792"/>
              <a:gd name="connsiteX4-31" fmla="*/ 1 w 3251450"/>
              <a:gd name="connsiteY4-32" fmla="*/ 3976792 h 3976792"/>
              <a:gd name="connsiteX0-33" fmla="*/ 0 w 3251449"/>
              <a:gd name="connsiteY0-34" fmla="*/ 87507 h 3976792"/>
              <a:gd name="connsiteX1-35" fmla="*/ 140439 w 3251449"/>
              <a:gd name="connsiteY1-36" fmla="*/ 0 h 3976792"/>
              <a:gd name="connsiteX2-37" fmla="*/ 3251449 w 3251449"/>
              <a:gd name="connsiteY2-38" fmla="*/ 1952239 h 3976792"/>
              <a:gd name="connsiteX3-39" fmla="*/ 0 w 3251449"/>
              <a:gd name="connsiteY3-40" fmla="*/ 3976792 h 39767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1449" h="3976792">
                <a:moveTo>
                  <a:pt x="0" y="87507"/>
                </a:moveTo>
                <a:lnTo>
                  <a:pt x="140439" y="0"/>
                </a:lnTo>
                <a:lnTo>
                  <a:pt x="3251449" y="1952239"/>
                </a:lnTo>
                <a:lnTo>
                  <a:pt x="0" y="397679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6" name="任意多边形: 形状 45"/>
          <p:cNvSpPr/>
          <p:nvPr userDrawn="1">
            <p:custDataLst>
              <p:tags r:id="rId15"/>
            </p:custDataLst>
          </p:nvPr>
        </p:nvSpPr>
        <p:spPr>
          <a:xfrm>
            <a:off x="1" y="2456872"/>
            <a:ext cx="3250834" cy="3976408"/>
          </a:xfrm>
          <a:custGeom>
            <a:avLst/>
            <a:gdLst>
              <a:gd name="connsiteX0" fmla="*/ 139825 w 3250834"/>
              <a:gd name="connsiteY0" fmla="*/ 0 h 3976408"/>
              <a:gd name="connsiteX1" fmla="*/ 3250834 w 3250834"/>
              <a:gd name="connsiteY1" fmla="*/ 1952240 h 3976408"/>
              <a:gd name="connsiteX2" fmla="*/ 0 w 3250834"/>
              <a:gd name="connsiteY2" fmla="*/ 3976408 h 3976408"/>
              <a:gd name="connsiteX3" fmla="*/ 0 w 3250834"/>
              <a:gd name="connsiteY3" fmla="*/ 87124 h 3976408"/>
              <a:gd name="connsiteX4" fmla="*/ 139825 w 3250834"/>
              <a:gd name="connsiteY4" fmla="*/ 0 h 3976408"/>
              <a:gd name="connsiteX0-1" fmla="*/ 149351 w 3260360"/>
              <a:gd name="connsiteY0-2" fmla="*/ 0 h 3976408"/>
              <a:gd name="connsiteX1-3" fmla="*/ 3260360 w 3260360"/>
              <a:gd name="connsiteY1-4" fmla="*/ 1952240 h 3976408"/>
              <a:gd name="connsiteX2-5" fmla="*/ 9526 w 3260360"/>
              <a:gd name="connsiteY2-6" fmla="*/ 3976408 h 3976408"/>
              <a:gd name="connsiteX3-7" fmla="*/ 0 w 3260360"/>
              <a:gd name="connsiteY3-8" fmla="*/ 1743653 h 3976408"/>
              <a:gd name="connsiteX4-9" fmla="*/ 9526 w 3260360"/>
              <a:gd name="connsiteY4-10" fmla="*/ 87124 h 3976408"/>
              <a:gd name="connsiteX5" fmla="*/ 149351 w 3260360"/>
              <a:gd name="connsiteY5" fmla="*/ 0 h 3976408"/>
              <a:gd name="connsiteX0-11" fmla="*/ 0 w 3260360"/>
              <a:gd name="connsiteY0-12" fmla="*/ 1743653 h 3976408"/>
              <a:gd name="connsiteX1-13" fmla="*/ 9526 w 3260360"/>
              <a:gd name="connsiteY1-14" fmla="*/ 87124 h 3976408"/>
              <a:gd name="connsiteX2-15" fmla="*/ 149351 w 3260360"/>
              <a:gd name="connsiteY2-16" fmla="*/ 0 h 3976408"/>
              <a:gd name="connsiteX3-17" fmla="*/ 3260360 w 3260360"/>
              <a:gd name="connsiteY3-18" fmla="*/ 1952240 h 3976408"/>
              <a:gd name="connsiteX4-19" fmla="*/ 9526 w 3260360"/>
              <a:gd name="connsiteY4-20" fmla="*/ 3976408 h 3976408"/>
              <a:gd name="connsiteX5-21" fmla="*/ 91440 w 3260360"/>
              <a:gd name="connsiteY5-22" fmla="*/ 1835093 h 3976408"/>
              <a:gd name="connsiteX0-23" fmla="*/ 0 w 3260360"/>
              <a:gd name="connsiteY0-24" fmla="*/ 1743653 h 3976408"/>
              <a:gd name="connsiteX1-25" fmla="*/ 9526 w 3260360"/>
              <a:gd name="connsiteY1-26" fmla="*/ 87124 h 3976408"/>
              <a:gd name="connsiteX2-27" fmla="*/ 149351 w 3260360"/>
              <a:gd name="connsiteY2-28" fmla="*/ 0 h 3976408"/>
              <a:gd name="connsiteX3-29" fmla="*/ 3260360 w 3260360"/>
              <a:gd name="connsiteY3-30" fmla="*/ 1952240 h 3976408"/>
              <a:gd name="connsiteX4-31" fmla="*/ 9526 w 3260360"/>
              <a:gd name="connsiteY4-32" fmla="*/ 3976408 h 3976408"/>
              <a:gd name="connsiteX0-33" fmla="*/ 0 w 3250834"/>
              <a:gd name="connsiteY0-34" fmla="*/ 87124 h 3976408"/>
              <a:gd name="connsiteX1-35" fmla="*/ 139825 w 3250834"/>
              <a:gd name="connsiteY1-36" fmla="*/ 0 h 3976408"/>
              <a:gd name="connsiteX2-37" fmla="*/ 3250834 w 3250834"/>
              <a:gd name="connsiteY2-38" fmla="*/ 1952240 h 3976408"/>
              <a:gd name="connsiteX3-39" fmla="*/ 0 w 3250834"/>
              <a:gd name="connsiteY3-40" fmla="*/ 3976408 h 39764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0834" h="3976408">
                <a:moveTo>
                  <a:pt x="0" y="87124"/>
                </a:moveTo>
                <a:lnTo>
                  <a:pt x="139825" y="0"/>
                </a:lnTo>
                <a:lnTo>
                  <a:pt x="3250834" y="1952240"/>
                </a:lnTo>
                <a:lnTo>
                  <a:pt x="0" y="397640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9" name="任意多边形: 形状 48"/>
          <p:cNvSpPr/>
          <p:nvPr userDrawn="1">
            <p:custDataLst>
              <p:tags r:id="rId16"/>
            </p:custDataLst>
          </p:nvPr>
        </p:nvSpPr>
        <p:spPr>
          <a:xfrm>
            <a:off x="1" y="2688338"/>
            <a:ext cx="3256984" cy="3980239"/>
          </a:xfrm>
          <a:custGeom>
            <a:avLst/>
            <a:gdLst>
              <a:gd name="connsiteX0" fmla="*/ 145975 w 3256984"/>
              <a:gd name="connsiteY0" fmla="*/ 0 h 3980239"/>
              <a:gd name="connsiteX1" fmla="*/ 3256984 w 3256984"/>
              <a:gd name="connsiteY1" fmla="*/ 1952240 h 3980239"/>
              <a:gd name="connsiteX2" fmla="*/ 0 w 3256984"/>
              <a:gd name="connsiteY2" fmla="*/ 3980239 h 3980239"/>
              <a:gd name="connsiteX3" fmla="*/ 0 w 3256984"/>
              <a:gd name="connsiteY3" fmla="*/ 90957 h 3980239"/>
              <a:gd name="connsiteX4" fmla="*/ 145975 w 3256984"/>
              <a:gd name="connsiteY4" fmla="*/ 0 h 3980239"/>
              <a:gd name="connsiteX0-1" fmla="*/ 150739 w 3261748"/>
              <a:gd name="connsiteY0-2" fmla="*/ 0 h 3980239"/>
              <a:gd name="connsiteX1-3" fmla="*/ 3261748 w 3261748"/>
              <a:gd name="connsiteY1-4" fmla="*/ 1952240 h 3980239"/>
              <a:gd name="connsiteX2-5" fmla="*/ 4764 w 3261748"/>
              <a:gd name="connsiteY2-6" fmla="*/ 3980239 h 3980239"/>
              <a:gd name="connsiteX3-7" fmla="*/ 0 w 3261748"/>
              <a:gd name="connsiteY3-8" fmla="*/ 1536000 h 3980239"/>
              <a:gd name="connsiteX4-9" fmla="*/ 4764 w 3261748"/>
              <a:gd name="connsiteY4-10" fmla="*/ 90957 h 3980239"/>
              <a:gd name="connsiteX5" fmla="*/ 150739 w 3261748"/>
              <a:gd name="connsiteY5" fmla="*/ 0 h 3980239"/>
              <a:gd name="connsiteX0-11" fmla="*/ 0 w 3261748"/>
              <a:gd name="connsiteY0-12" fmla="*/ 1536000 h 3980239"/>
              <a:gd name="connsiteX1-13" fmla="*/ 4764 w 3261748"/>
              <a:gd name="connsiteY1-14" fmla="*/ 90957 h 3980239"/>
              <a:gd name="connsiteX2-15" fmla="*/ 150739 w 3261748"/>
              <a:gd name="connsiteY2-16" fmla="*/ 0 h 3980239"/>
              <a:gd name="connsiteX3-17" fmla="*/ 3261748 w 3261748"/>
              <a:gd name="connsiteY3-18" fmla="*/ 1952240 h 3980239"/>
              <a:gd name="connsiteX4-19" fmla="*/ 4764 w 3261748"/>
              <a:gd name="connsiteY4-20" fmla="*/ 3980239 h 3980239"/>
              <a:gd name="connsiteX5-21" fmla="*/ 91440 w 3261748"/>
              <a:gd name="connsiteY5-22" fmla="*/ 1627440 h 3980239"/>
              <a:gd name="connsiteX0-23" fmla="*/ 0 w 3261748"/>
              <a:gd name="connsiteY0-24" fmla="*/ 1536000 h 3980239"/>
              <a:gd name="connsiteX1-25" fmla="*/ 4764 w 3261748"/>
              <a:gd name="connsiteY1-26" fmla="*/ 90957 h 3980239"/>
              <a:gd name="connsiteX2-27" fmla="*/ 150739 w 3261748"/>
              <a:gd name="connsiteY2-28" fmla="*/ 0 h 3980239"/>
              <a:gd name="connsiteX3-29" fmla="*/ 3261748 w 3261748"/>
              <a:gd name="connsiteY3-30" fmla="*/ 1952240 h 3980239"/>
              <a:gd name="connsiteX4-31" fmla="*/ 4764 w 3261748"/>
              <a:gd name="connsiteY4-32" fmla="*/ 3980239 h 3980239"/>
              <a:gd name="connsiteX0-33" fmla="*/ 0 w 3256984"/>
              <a:gd name="connsiteY0-34" fmla="*/ 90957 h 3980239"/>
              <a:gd name="connsiteX1-35" fmla="*/ 145975 w 3256984"/>
              <a:gd name="connsiteY1-36" fmla="*/ 0 h 3980239"/>
              <a:gd name="connsiteX2-37" fmla="*/ 3256984 w 3256984"/>
              <a:gd name="connsiteY2-38" fmla="*/ 1952240 h 3980239"/>
              <a:gd name="connsiteX3-39" fmla="*/ 0 w 3256984"/>
              <a:gd name="connsiteY3-40" fmla="*/ 3980239 h 39802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4" h="3980239">
                <a:moveTo>
                  <a:pt x="0" y="90957"/>
                </a:moveTo>
                <a:lnTo>
                  <a:pt x="145975" y="0"/>
                </a:lnTo>
                <a:lnTo>
                  <a:pt x="3256984" y="1952240"/>
                </a:lnTo>
                <a:lnTo>
                  <a:pt x="0" y="3980239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2" name="任意多边形: 形状 51"/>
          <p:cNvSpPr/>
          <p:nvPr userDrawn="1">
            <p:custDataLst>
              <p:tags r:id="rId17"/>
            </p:custDataLst>
          </p:nvPr>
        </p:nvSpPr>
        <p:spPr>
          <a:xfrm>
            <a:off x="2" y="2917431"/>
            <a:ext cx="3256986" cy="3940569"/>
          </a:xfrm>
          <a:custGeom>
            <a:avLst/>
            <a:gdLst>
              <a:gd name="connsiteX0" fmla="*/ 145976 w 3256986"/>
              <a:gd name="connsiteY0" fmla="*/ 0 h 3940569"/>
              <a:gd name="connsiteX1" fmla="*/ 3256986 w 3256986"/>
              <a:gd name="connsiteY1" fmla="*/ 1952239 h 3940569"/>
              <a:gd name="connsiteX2" fmla="*/ 63711 w 3256986"/>
              <a:gd name="connsiteY2" fmla="*/ 3940569 h 3940569"/>
              <a:gd name="connsiteX3" fmla="*/ 1 w 3256986"/>
              <a:gd name="connsiteY3" fmla="*/ 3940569 h 3940569"/>
              <a:gd name="connsiteX4" fmla="*/ 0 w 3256986"/>
              <a:gd name="connsiteY4" fmla="*/ 90957 h 3940569"/>
              <a:gd name="connsiteX5" fmla="*/ 145976 w 3256986"/>
              <a:gd name="connsiteY5" fmla="*/ 0 h 3940569"/>
              <a:gd name="connsiteX0-1" fmla="*/ 1 w 3256986"/>
              <a:gd name="connsiteY0-2" fmla="*/ 3940569 h 4032009"/>
              <a:gd name="connsiteX1-3" fmla="*/ 0 w 3256986"/>
              <a:gd name="connsiteY1-4" fmla="*/ 90957 h 4032009"/>
              <a:gd name="connsiteX2-5" fmla="*/ 145976 w 3256986"/>
              <a:gd name="connsiteY2-6" fmla="*/ 0 h 4032009"/>
              <a:gd name="connsiteX3-7" fmla="*/ 3256986 w 3256986"/>
              <a:gd name="connsiteY3-8" fmla="*/ 1952239 h 4032009"/>
              <a:gd name="connsiteX4-9" fmla="*/ 63711 w 3256986"/>
              <a:gd name="connsiteY4-10" fmla="*/ 3940569 h 4032009"/>
              <a:gd name="connsiteX5-11" fmla="*/ 91441 w 3256986"/>
              <a:gd name="connsiteY5-12" fmla="*/ 4032009 h 4032009"/>
              <a:gd name="connsiteX0-13" fmla="*/ 1 w 3256986"/>
              <a:gd name="connsiteY0-14" fmla="*/ 3940569 h 3940569"/>
              <a:gd name="connsiteX1-15" fmla="*/ 0 w 3256986"/>
              <a:gd name="connsiteY1-16" fmla="*/ 90957 h 3940569"/>
              <a:gd name="connsiteX2-17" fmla="*/ 145976 w 3256986"/>
              <a:gd name="connsiteY2-18" fmla="*/ 0 h 3940569"/>
              <a:gd name="connsiteX3-19" fmla="*/ 3256986 w 3256986"/>
              <a:gd name="connsiteY3-20" fmla="*/ 1952239 h 3940569"/>
              <a:gd name="connsiteX4-21" fmla="*/ 63711 w 3256986"/>
              <a:gd name="connsiteY4-22" fmla="*/ 3940569 h 3940569"/>
              <a:gd name="connsiteX0-23" fmla="*/ 0 w 3256986"/>
              <a:gd name="connsiteY0-24" fmla="*/ 90957 h 3940569"/>
              <a:gd name="connsiteX1-25" fmla="*/ 145976 w 3256986"/>
              <a:gd name="connsiteY1-26" fmla="*/ 0 h 3940569"/>
              <a:gd name="connsiteX2-27" fmla="*/ 3256986 w 3256986"/>
              <a:gd name="connsiteY2-28" fmla="*/ 1952239 h 3940569"/>
              <a:gd name="connsiteX3-29" fmla="*/ 63711 w 3256986"/>
              <a:gd name="connsiteY3-30" fmla="*/ 3940569 h 39405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6" h="3940569">
                <a:moveTo>
                  <a:pt x="0" y="90957"/>
                </a:moveTo>
                <a:lnTo>
                  <a:pt x="145976" y="0"/>
                </a:lnTo>
                <a:lnTo>
                  <a:pt x="3256986" y="1952239"/>
                </a:lnTo>
                <a:lnTo>
                  <a:pt x="63711" y="3940569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20" name="任意多边形: 形状 19"/>
          <p:cNvSpPr/>
          <p:nvPr userDrawn="1">
            <p:custDataLst>
              <p:tags r:id="rId4"/>
            </p:custDataLst>
          </p:nvPr>
        </p:nvSpPr>
        <p:spPr>
          <a:xfrm>
            <a:off x="0" y="1847850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任意多边形: 形状 66"/>
          <p:cNvSpPr/>
          <p:nvPr userDrawn="1">
            <p:custDataLst>
              <p:tags r:id="rId5"/>
            </p:custDataLst>
          </p:nvPr>
        </p:nvSpPr>
        <p:spPr>
          <a:xfrm>
            <a:off x="0" y="2094230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任意多边形: 形状 67"/>
          <p:cNvSpPr/>
          <p:nvPr userDrawn="1">
            <p:custDataLst>
              <p:tags r:id="rId6"/>
            </p:custDataLst>
          </p:nvPr>
        </p:nvSpPr>
        <p:spPr>
          <a:xfrm>
            <a:off x="0" y="2339975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任意多边形: 形状 68"/>
          <p:cNvSpPr/>
          <p:nvPr userDrawn="1">
            <p:custDataLst>
              <p:tags r:id="rId7"/>
            </p:custDataLst>
          </p:nvPr>
        </p:nvSpPr>
        <p:spPr>
          <a:xfrm>
            <a:off x="0" y="2586355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8"/>
            </p:custDataLst>
          </p:nvPr>
        </p:nvSpPr>
        <p:spPr>
          <a:xfrm>
            <a:off x="0" y="2832735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任意多边形: 形状 70"/>
          <p:cNvSpPr/>
          <p:nvPr userDrawn="1">
            <p:custDataLst>
              <p:tags r:id="rId9"/>
            </p:custDataLst>
          </p:nvPr>
        </p:nvSpPr>
        <p:spPr>
          <a:xfrm>
            <a:off x="0" y="3078480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10"/>
            </p:custDataLst>
          </p:nvPr>
        </p:nvSpPr>
        <p:spPr>
          <a:xfrm>
            <a:off x="0" y="3324860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11"/>
            </p:custDataLst>
          </p:nvPr>
        </p:nvSpPr>
        <p:spPr>
          <a:xfrm>
            <a:off x="0" y="3571240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4" name="任意多边形: 形状 73"/>
          <p:cNvSpPr/>
          <p:nvPr userDrawn="1">
            <p:custDataLst>
              <p:tags r:id="rId12"/>
            </p:custDataLst>
          </p:nvPr>
        </p:nvSpPr>
        <p:spPr>
          <a:xfrm>
            <a:off x="0" y="3816985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13"/>
            </p:custDataLst>
          </p:nvPr>
        </p:nvSpPr>
        <p:spPr>
          <a:xfrm>
            <a:off x="0" y="4063365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14"/>
            </p:custDataLst>
          </p:nvPr>
        </p:nvSpPr>
        <p:spPr>
          <a:xfrm>
            <a:off x="0" y="4309745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15"/>
            </p:custDataLst>
          </p:nvPr>
        </p:nvSpPr>
        <p:spPr>
          <a:xfrm>
            <a:off x="0" y="4555490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任意多边形: 形状 77"/>
          <p:cNvSpPr/>
          <p:nvPr userDrawn="1">
            <p:custDataLst>
              <p:tags r:id="rId16"/>
            </p:custDataLst>
          </p:nvPr>
        </p:nvSpPr>
        <p:spPr>
          <a:xfrm>
            <a:off x="0" y="4801870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任意多边形: 形状 78"/>
          <p:cNvSpPr/>
          <p:nvPr userDrawn="1">
            <p:custDataLst>
              <p:tags r:id="rId17"/>
            </p:custDataLst>
          </p:nvPr>
        </p:nvSpPr>
        <p:spPr>
          <a:xfrm>
            <a:off x="0" y="5048250"/>
            <a:ext cx="414020" cy="254635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任意多边形: 形状 6"/>
          <p:cNvSpPr/>
          <p:nvPr userDrawn="1">
            <p:custDataLst>
              <p:tags r:id="rId18"/>
            </p:custDataLst>
          </p:nvPr>
        </p:nvSpPr>
        <p:spPr>
          <a:xfrm>
            <a:off x="8233770" y="618937"/>
            <a:ext cx="3958230" cy="4480037"/>
          </a:xfrm>
          <a:custGeom>
            <a:avLst/>
            <a:gdLst>
              <a:gd name="connsiteX0" fmla="*/ 3211739 w 3958230"/>
              <a:gd name="connsiteY0" fmla="*/ 0 h 4480037"/>
              <a:gd name="connsiteX1" fmla="*/ 3958230 w 3958230"/>
              <a:gd name="connsiteY1" fmla="*/ 465127 h 4480037"/>
              <a:gd name="connsiteX2" fmla="*/ 3958230 w 3958230"/>
              <a:gd name="connsiteY2" fmla="*/ 4480037 h 4480037"/>
              <a:gd name="connsiteX3" fmla="*/ 0 w 3958230"/>
              <a:gd name="connsiteY3" fmla="*/ 2015453 h 4480037"/>
              <a:gd name="connsiteX4" fmla="*/ 3211739 w 3958230"/>
              <a:gd name="connsiteY4" fmla="*/ 0 h 4480037"/>
              <a:gd name="connsiteX0-1" fmla="*/ 3211739 w 3965850"/>
              <a:gd name="connsiteY0-2" fmla="*/ 0 h 4480037"/>
              <a:gd name="connsiteX1-3" fmla="*/ 3958230 w 3965850"/>
              <a:gd name="connsiteY1-4" fmla="*/ 465127 h 4480037"/>
              <a:gd name="connsiteX2-5" fmla="*/ 3965850 w 3965850"/>
              <a:gd name="connsiteY2-6" fmla="*/ 3617783 h 4480037"/>
              <a:gd name="connsiteX3-7" fmla="*/ 3958230 w 3965850"/>
              <a:gd name="connsiteY3-8" fmla="*/ 4480037 h 4480037"/>
              <a:gd name="connsiteX4-9" fmla="*/ 0 w 3965850"/>
              <a:gd name="connsiteY4-10" fmla="*/ 2015453 h 4480037"/>
              <a:gd name="connsiteX5" fmla="*/ 3211739 w 3965850"/>
              <a:gd name="connsiteY5" fmla="*/ 0 h 4480037"/>
              <a:gd name="connsiteX0-11" fmla="*/ 3965850 w 4057290"/>
              <a:gd name="connsiteY0-12" fmla="*/ 3617783 h 4480037"/>
              <a:gd name="connsiteX1-13" fmla="*/ 3958230 w 4057290"/>
              <a:gd name="connsiteY1-14" fmla="*/ 4480037 h 4480037"/>
              <a:gd name="connsiteX2-15" fmla="*/ 0 w 4057290"/>
              <a:gd name="connsiteY2-16" fmla="*/ 2015453 h 4480037"/>
              <a:gd name="connsiteX3-17" fmla="*/ 3211739 w 4057290"/>
              <a:gd name="connsiteY3-18" fmla="*/ 0 h 4480037"/>
              <a:gd name="connsiteX4-19" fmla="*/ 3958230 w 4057290"/>
              <a:gd name="connsiteY4-20" fmla="*/ 465127 h 4480037"/>
              <a:gd name="connsiteX5-21" fmla="*/ 4057290 w 4057290"/>
              <a:gd name="connsiteY5-22" fmla="*/ 3709223 h 4480037"/>
              <a:gd name="connsiteX0-23" fmla="*/ 3965850 w 3965850"/>
              <a:gd name="connsiteY0-24" fmla="*/ 3617783 h 4480037"/>
              <a:gd name="connsiteX1-25" fmla="*/ 3958230 w 3965850"/>
              <a:gd name="connsiteY1-26" fmla="*/ 4480037 h 4480037"/>
              <a:gd name="connsiteX2-27" fmla="*/ 0 w 3965850"/>
              <a:gd name="connsiteY2-28" fmla="*/ 2015453 h 4480037"/>
              <a:gd name="connsiteX3-29" fmla="*/ 3211739 w 3965850"/>
              <a:gd name="connsiteY3-30" fmla="*/ 0 h 4480037"/>
              <a:gd name="connsiteX4-31" fmla="*/ 3958230 w 3965850"/>
              <a:gd name="connsiteY4-32" fmla="*/ 465127 h 4480037"/>
              <a:gd name="connsiteX0-33" fmla="*/ 3958230 w 3958230"/>
              <a:gd name="connsiteY0-34" fmla="*/ 4480037 h 4480037"/>
              <a:gd name="connsiteX1-35" fmla="*/ 0 w 3958230"/>
              <a:gd name="connsiteY1-36" fmla="*/ 2015453 h 4480037"/>
              <a:gd name="connsiteX2-37" fmla="*/ 3211739 w 3958230"/>
              <a:gd name="connsiteY2-38" fmla="*/ 0 h 4480037"/>
              <a:gd name="connsiteX3-39" fmla="*/ 3958230 w 3958230"/>
              <a:gd name="connsiteY3-40" fmla="*/ 465127 h 44800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58230" h="4480037">
                <a:moveTo>
                  <a:pt x="3958230" y="4480037"/>
                </a:moveTo>
                <a:lnTo>
                  <a:pt x="0" y="2015453"/>
                </a:lnTo>
                <a:lnTo>
                  <a:pt x="3211739" y="0"/>
                </a:lnTo>
                <a:lnTo>
                  <a:pt x="3958230" y="46512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" name="任意多边形: 形状 9"/>
          <p:cNvSpPr/>
          <p:nvPr userDrawn="1">
            <p:custDataLst>
              <p:tags r:id="rId19"/>
            </p:custDataLst>
          </p:nvPr>
        </p:nvSpPr>
        <p:spPr>
          <a:xfrm>
            <a:off x="8229324" y="871667"/>
            <a:ext cx="3962676" cy="4482804"/>
          </a:xfrm>
          <a:custGeom>
            <a:avLst/>
            <a:gdLst>
              <a:gd name="connsiteX0" fmla="*/ 3211740 w 3962676"/>
              <a:gd name="connsiteY0" fmla="*/ 0 h 4482804"/>
              <a:gd name="connsiteX1" fmla="*/ 3962676 w 3962676"/>
              <a:gd name="connsiteY1" fmla="*/ 467896 h 4482804"/>
              <a:gd name="connsiteX2" fmla="*/ 3962676 w 3962676"/>
              <a:gd name="connsiteY2" fmla="*/ 4482804 h 4482804"/>
              <a:gd name="connsiteX3" fmla="*/ 0 w 3962676"/>
              <a:gd name="connsiteY3" fmla="*/ 2015453 h 4482804"/>
              <a:gd name="connsiteX4" fmla="*/ 3211740 w 3962676"/>
              <a:gd name="connsiteY4" fmla="*/ 0 h 4482804"/>
              <a:gd name="connsiteX0-1" fmla="*/ 3211740 w 3977916"/>
              <a:gd name="connsiteY0-2" fmla="*/ 0 h 4482804"/>
              <a:gd name="connsiteX1-3" fmla="*/ 3962676 w 3977916"/>
              <a:gd name="connsiteY1-4" fmla="*/ 467896 h 4482804"/>
              <a:gd name="connsiteX2-5" fmla="*/ 3977916 w 3977916"/>
              <a:gd name="connsiteY2-6" fmla="*/ 2740213 h 4482804"/>
              <a:gd name="connsiteX3-7" fmla="*/ 3962676 w 3977916"/>
              <a:gd name="connsiteY3-8" fmla="*/ 4482804 h 4482804"/>
              <a:gd name="connsiteX4-9" fmla="*/ 0 w 3977916"/>
              <a:gd name="connsiteY4-10" fmla="*/ 2015453 h 4482804"/>
              <a:gd name="connsiteX5" fmla="*/ 3211740 w 3977916"/>
              <a:gd name="connsiteY5" fmla="*/ 0 h 4482804"/>
              <a:gd name="connsiteX0-11" fmla="*/ 3977916 w 4069356"/>
              <a:gd name="connsiteY0-12" fmla="*/ 2740213 h 4482804"/>
              <a:gd name="connsiteX1-13" fmla="*/ 3962676 w 4069356"/>
              <a:gd name="connsiteY1-14" fmla="*/ 4482804 h 4482804"/>
              <a:gd name="connsiteX2-15" fmla="*/ 0 w 4069356"/>
              <a:gd name="connsiteY2-16" fmla="*/ 2015453 h 4482804"/>
              <a:gd name="connsiteX3-17" fmla="*/ 3211740 w 4069356"/>
              <a:gd name="connsiteY3-18" fmla="*/ 0 h 4482804"/>
              <a:gd name="connsiteX4-19" fmla="*/ 3962676 w 4069356"/>
              <a:gd name="connsiteY4-20" fmla="*/ 467896 h 4482804"/>
              <a:gd name="connsiteX5-21" fmla="*/ 4069356 w 4069356"/>
              <a:gd name="connsiteY5-22" fmla="*/ 2831653 h 4482804"/>
              <a:gd name="connsiteX0-23" fmla="*/ 3977916 w 3977916"/>
              <a:gd name="connsiteY0-24" fmla="*/ 2740213 h 4482804"/>
              <a:gd name="connsiteX1-25" fmla="*/ 3962676 w 3977916"/>
              <a:gd name="connsiteY1-26" fmla="*/ 4482804 h 4482804"/>
              <a:gd name="connsiteX2-27" fmla="*/ 0 w 3977916"/>
              <a:gd name="connsiteY2-28" fmla="*/ 2015453 h 4482804"/>
              <a:gd name="connsiteX3-29" fmla="*/ 3211740 w 3977916"/>
              <a:gd name="connsiteY3-30" fmla="*/ 0 h 4482804"/>
              <a:gd name="connsiteX4-31" fmla="*/ 3962676 w 3977916"/>
              <a:gd name="connsiteY4-32" fmla="*/ 467896 h 4482804"/>
              <a:gd name="connsiteX0-33" fmla="*/ 3962676 w 3962676"/>
              <a:gd name="connsiteY0-34" fmla="*/ 4482804 h 4482804"/>
              <a:gd name="connsiteX1-35" fmla="*/ 0 w 3962676"/>
              <a:gd name="connsiteY1-36" fmla="*/ 2015453 h 4482804"/>
              <a:gd name="connsiteX2-37" fmla="*/ 3211740 w 3962676"/>
              <a:gd name="connsiteY2-38" fmla="*/ 0 h 4482804"/>
              <a:gd name="connsiteX3-39" fmla="*/ 3962676 w 3962676"/>
              <a:gd name="connsiteY3-40" fmla="*/ 467896 h 448280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6" h="4482804">
                <a:moveTo>
                  <a:pt x="3962676" y="4482804"/>
                </a:moveTo>
                <a:lnTo>
                  <a:pt x="0" y="2015453"/>
                </a:lnTo>
                <a:lnTo>
                  <a:pt x="3211740" y="0"/>
                </a:lnTo>
                <a:lnTo>
                  <a:pt x="3962676" y="46789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20"/>
            </p:custDataLst>
          </p:nvPr>
        </p:nvSpPr>
        <p:spPr>
          <a:xfrm>
            <a:off x="8234403" y="1098360"/>
            <a:ext cx="3957595" cy="4479642"/>
          </a:xfrm>
          <a:custGeom>
            <a:avLst/>
            <a:gdLst>
              <a:gd name="connsiteX0" fmla="*/ 3211739 w 3957595"/>
              <a:gd name="connsiteY0" fmla="*/ 0 h 4479642"/>
              <a:gd name="connsiteX1" fmla="*/ 3957595 w 3957595"/>
              <a:gd name="connsiteY1" fmla="*/ 464732 h 4479642"/>
              <a:gd name="connsiteX2" fmla="*/ 3957595 w 3957595"/>
              <a:gd name="connsiteY2" fmla="*/ 4479642 h 4479642"/>
              <a:gd name="connsiteX3" fmla="*/ 0 w 3957595"/>
              <a:gd name="connsiteY3" fmla="*/ 2015454 h 4479642"/>
              <a:gd name="connsiteX4" fmla="*/ 3211739 w 3957595"/>
              <a:gd name="connsiteY4" fmla="*/ 0 h 4479642"/>
              <a:gd name="connsiteX0-1" fmla="*/ 3211739 w 3957597"/>
              <a:gd name="connsiteY0-2" fmla="*/ 0 h 4479642"/>
              <a:gd name="connsiteX1-3" fmla="*/ 3957595 w 3957597"/>
              <a:gd name="connsiteY1-4" fmla="*/ 464732 h 4479642"/>
              <a:gd name="connsiteX2-5" fmla="*/ 3957597 w 3957597"/>
              <a:gd name="connsiteY2-6" fmla="*/ 2841180 h 4479642"/>
              <a:gd name="connsiteX3-7" fmla="*/ 3957595 w 3957597"/>
              <a:gd name="connsiteY3-8" fmla="*/ 4479642 h 4479642"/>
              <a:gd name="connsiteX4-9" fmla="*/ 0 w 3957597"/>
              <a:gd name="connsiteY4-10" fmla="*/ 2015454 h 4479642"/>
              <a:gd name="connsiteX5" fmla="*/ 3211739 w 3957597"/>
              <a:gd name="connsiteY5" fmla="*/ 0 h 4479642"/>
              <a:gd name="connsiteX0-11" fmla="*/ 3957597 w 4049037"/>
              <a:gd name="connsiteY0-12" fmla="*/ 2841180 h 4479642"/>
              <a:gd name="connsiteX1-13" fmla="*/ 3957595 w 4049037"/>
              <a:gd name="connsiteY1-14" fmla="*/ 4479642 h 4479642"/>
              <a:gd name="connsiteX2-15" fmla="*/ 0 w 4049037"/>
              <a:gd name="connsiteY2-16" fmla="*/ 2015454 h 4479642"/>
              <a:gd name="connsiteX3-17" fmla="*/ 3211739 w 4049037"/>
              <a:gd name="connsiteY3-18" fmla="*/ 0 h 4479642"/>
              <a:gd name="connsiteX4-19" fmla="*/ 3957595 w 4049037"/>
              <a:gd name="connsiteY4-20" fmla="*/ 464732 h 4479642"/>
              <a:gd name="connsiteX5-21" fmla="*/ 4049037 w 4049037"/>
              <a:gd name="connsiteY5-22" fmla="*/ 2932620 h 4479642"/>
              <a:gd name="connsiteX0-23" fmla="*/ 3957597 w 3957597"/>
              <a:gd name="connsiteY0-24" fmla="*/ 2841180 h 4479642"/>
              <a:gd name="connsiteX1-25" fmla="*/ 3957595 w 3957597"/>
              <a:gd name="connsiteY1-26" fmla="*/ 4479642 h 4479642"/>
              <a:gd name="connsiteX2-27" fmla="*/ 0 w 3957597"/>
              <a:gd name="connsiteY2-28" fmla="*/ 2015454 h 4479642"/>
              <a:gd name="connsiteX3-29" fmla="*/ 3211739 w 3957597"/>
              <a:gd name="connsiteY3-30" fmla="*/ 0 h 4479642"/>
              <a:gd name="connsiteX4-31" fmla="*/ 3957595 w 3957597"/>
              <a:gd name="connsiteY4-32" fmla="*/ 464732 h 4479642"/>
              <a:gd name="connsiteX0-33" fmla="*/ 3957595 w 3957595"/>
              <a:gd name="connsiteY0-34" fmla="*/ 4479642 h 4479642"/>
              <a:gd name="connsiteX1-35" fmla="*/ 0 w 3957595"/>
              <a:gd name="connsiteY1-36" fmla="*/ 2015454 h 4479642"/>
              <a:gd name="connsiteX2-37" fmla="*/ 3211739 w 3957595"/>
              <a:gd name="connsiteY2-38" fmla="*/ 0 h 4479642"/>
              <a:gd name="connsiteX3-39" fmla="*/ 3957595 w 3957595"/>
              <a:gd name="connsiteY3-40" fmla="*/ 464732 h 44796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57595" h="4479642">
                <a:moveTo>
                  <a:pt x="3957595" y="4479642"/>
                </a:moveTo>
                <a:lnTo>
                  <a:pt x="0" y="2015454"/>
                </a:lnTo>
                <a:lnTo>
                  <a:pt x="3211739" y="0"/>
                </a:lnTo>
                <a:lnTo>
                  <a:pt x="3957595" y="46473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21"/>
            </p:custDataLst>
          </p:nvPr>
        </p:nvSpPr>
        <p:spPr>
          <a:xfrm>
            <a:off x="8242659" y="1344742"/>
            <a:ext cx="3949341" cy="4474502"/>
          </a:xfrm>
          <a:custGeom>
            <a:avLst/>
            <a:gdLst>
              <a:gd name="connsiteX0" fmla="*/ 3211740 w 3949341"/>
              <a:gd name="connsiteY0" fmla="*/ 0 h 4474502"/>
              <a:gd name="connsiteX1" fmla="*/ 3949341 w 3949341"/>
              <a:gd name="connsiteY1" fmla="*/ 459588 h 4474502"/>
              <a:gd name="connsiteX2" fmla="*/ 3949341 w 3949341"/>
              <a:gd name="connsiteY2" fmla="*/ 4474502 h 4474502"/>
              <a:gd name="connsiteX3" fmla="*/ 0 w 3949341"/>
              <a:gd name="connsiteY3" fmla="*/ 2015454 h 4474502"/>
              <a:gd name="connsiteX4" fmla="*/ 3211740 w 3949341"/>
              <a:gd name="connsiteY4" fmla="*/ 0 h 4474502"/>
              <a:gd name="connsiteX0-1" fmla="*/ 3211740 w 3949341"/>
              <a:gd name="connsiteY0-2" fmla="*/ 0 h 4474502"/>
              <a:gd name="connsiteX1-3" fmla="*/ 3949341 w 3949341"/>
              <a:gd name="connsiteY1-4" fmla="*/ 459588 h 4474502"/>
              <a:gd name="connsiteX2-5" fmla="*/ 3941721 w 3949341"/>
              <a:gd name="connsiteY2-6" fmla="*/ 2678618 h 4474502"/>
              <a:gd name="connsiteX3-7" fmla="*/ 3949341 w 3949341"/>
              <a:gd name="connsiteY3-8" fmla="*/ 4474502 h 4474502"/>
              <a:gd name="connsiteX4-9" fmla="*/ 0 w 3949341"/>
              <a:gd name="connsiteY4-10" fmla="*/ 2015454 h 4474502"/>
              <a:gd name="connsiteX5" fmla="*/ 3211740 w 3949341"/>
              <a:gd name="connsiteY5" fmla="*/ 0 h 4474502"/>
              <a:gd name="connsiteX0-11" fmla="*/ 3941721 w 4033161"/>
              <a:gd name="connsiteY0-12" fmla="*/ 2678618 h 4474502"/>
              <a:gd name="connsiteX1-13" fmla="*/ 3949341 w 4033161"/>
              <a:gd name="connsiteY1-14" fmla="*/ 4474502 h 4474502"/>
              <a:gd name="connsiteX2-15" fmla="*/ 0 w 4033161"/>
              <a:gd name="connsiteY2-16" fmla="*/ 2015454 h 4474502"/>
              <a:gd name="connsiteX3-17" fmla="*/ 3211740 w 4033161"/>
              <a:gd name="connsiteY3-18" fmla="*/ 0 h 4474502"/>
              <a:gd name="connsiteX4-19" fmla="*/ 3949341 w 4033161"/>
              <a:gd name="connsiteY4-20" fmla="*/ 459588 h 4474502"/>
              <a:gd name="connsiteX5-21" fmla="*/ 4033161 w 4033161"/>
              <a:gd name="connsiteY5-22" fmla="*/ 2770058 h 4474502"/>
              <a:gd name="connsiteX0-23" fmla="*/ 3941721 w 3949341"/>
              <a:gd name="connsiteY0-24" fmla="*/ 2678618 h 4474502"/>
              <a:gd name="connsiteX1-25" fmla="*/ 3949341 w 3949341"/>
              <a:gd name="connsiteY1-26" fmla="*/ 4474502 h 4474502"/>
              <a:gd name="connsiteX2-27" fmla="*/ 0 w 3949341"/>
              <a:gd name="connsiteY2-28" fmla="*/ 2015454 h 4474502"/>
              <a:gd name="connsiteX3-29" fmla="*/ 3211740 w 3949341"/>
              <a:gd name="connsiteY3-30" fmla="*/ 0 h 4474502"/>
              <a:gd name="connsiteX4-31" fmla="*/ 3949341 w 3949341"/>
              <a:gd name="connsiteY4-32" fmla="*/ 459588 h 4474502"/>
              <a:gd name="connsiteX0-33" fmla="*/ 3949341 w 3949341"/>
              <a:gd name="connsiteY0-34" fmla="*/ 4474502 h 4474502"/>
              <a:gd name="connsiteX1-35" fmla="*/ 0 w 3949341"/>
              <a:gd name="connsiteY1-36" fmla="*/ 2015454 h 4474502"/>
              <a:gd name="connsiteX2-37" fmla="*/ 3211740 w 3949341"/>
              <a:gd name="connsiteY2-38" fmla="*/ 0 h 4474502"/>
              <a:gd name="connsiteX3-39" fmla="*/ 3949341 w 3949341"/>
              <a:gd name="connsiteY3-40" fmla="*/ 459588 h 44745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49341" h="4474502">
                <a:moveTo>
                  <a:pt x="3949341" y="4474502"/>
                </a:moveTo>
                <a:lnTo>
                  <a:pt x="0" y="2015454"/>
                </a:lnTo>
                <a:lnTo>
                  <a:pt x="3211740" y="0"/>
                </a:lnTo>
                <a:lnTo>
                  <a:pt x="3949341" y="45958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22"/>
            </p:custDataLst>
          </p:nvPr>
        </p:nvSpPr>
        <p:spPr>
          <a:xfrm>
            <a:off x="8229324" y="1591121"/>
            <a:ext cx="3962676" cy="4482805"/>
          </a:xfrm>
          <a:custGeom>
            <a:avLst/>
            <a:gdLst>
              <a:gd name="connsiteX0" fmla="*/ 3211739 w 3962676"/>
              <a:gd name="connsiteY0" fmla="*/ 0 h 4482805"/>
              <a:gd name="connsiteX1" fmla="*/ 3962676 w 3962676"/>
              <a:gd name="connsiteY1" fmla="*/ 467897 h 4482805"/>
              <a:gd name="connsiteX2" fmla="*/ 3962676 w 3962676"/>
              <a:gd name="connsiteY2" fmla="*/ 4482805 h 4482805"/>
              <a:gd name="connsiteX3" fmla="*/ 0 w 3962676"/>
              <a:gd name="connsiteY3" fmla="*/ 2015454 h 4482805"/>
              <a:gd name="connsiteX4" fmla="*/ 3211739 w 3962676"/>
              <a:gd name="connsiteY4" fmla="*/ 0 h 4482805"/>
              <a:gd name="connsiteX0-1" fmla="*/ 3211739 w 3962676"/>
              <a:gd name="connsiteY0-2" fmla="*/ 0 h 4482805"/>
              <a:gd name="connsiteX1-3" fmla="*/ 3962676 w 3962676"/>
              <a:gd name="connsiteY1-4" fmla="*/ 467897 h 4482805"/>
              <a:gd name="connsiteX2-5" fmla="*/ 3955056 w 3962676"/>
              <a:gd name="connsiteY2-6" fmla="*/ 2698939 h 4482805"/>
              <a:gd name="connsiteX3-7" fmla="*/ 3962676 w 3962676"/>
              <a:gd name="connsiteY3-8" fmla="*/ 4482805 h 4482805"/>
              <a:gd name="connsiteX4-9" fmla="*/ 0 w 3962676"/>
              <a:gd name="connsiteY4-10" fmla="*/ 2015454 h 4482805"/>
              <a:gd name="connsiteX5" fmla="*/ 3211739 w 3962676"/>
              <a:gd name="connsiteY5" fmla="*/ 0 h 4482805"/>
              <a:gd name="connsiteX0-11" fmla="*/ 3955056 w 4046496"/>
              <a:gd name="connsiteY0-12" fmla="*/ 2698939 h 4482805"/>
              <a:gd name="connsiteX1-13" fmla="*/ 3962676 w 4046496"/>
              <a:gd name="connsiteY1-14" fmla="*/ 4482805 h 4482805"/>
              <a:gd name="connsiteX2-15" fmla="*/ 0 w 4046496"/>
              <a:gd name="connsiteY2-16" fmla="*/ 2015454 h 4482805"/>
              <a:gd name="connsiteX3-17" fmla="*/ 3211739 w 4046496"/>
              <a:gd name="connsiteY3-18" fmla="*/ 0 h 4482805"/>
              <a:gd name="connsiteX4-19" fmla="*/ 3962676 w 4046496"/>
              <a:gd name="connsiteY4-20" fmla="*/ 467897 h 4482805"/>
              <a:gd name="connsiteX5-21" fmla="*/ 4046496 w 4046496"/>
              <a:gd name="connsiteY5-22" fmla="*/ 2790379 h 4482805"/>
              <a:gd name="connsiteX0-23" fmla="*/ 3955056 w 3962676"/>
              <a:gd name="connsiteY0-24" fmla="*/ 2698939 h 4482805"/>
              <a:gd name="connsiteX1-25" fmla="*/ 3962676 w 3962676"/>
              <a:gd name="connsiteY1-26" fmla="*/ 4482805 h 4482805"/>
              <a:gd name="connsiteX2-27" fmla="*/ 0 w 3962676"/>
              <a:gd name="connsiteY2-28" fmla="*/ 2015454 h 4482805"/>
              <a:gd name="connsiteX3-29" fmla="*/ 3211739 w 3962676"/>
              <a:gd name="connsiteY3-30" fmla="*/ 0 h 4482805"/>
              <a:gd name="connsiteX4-31" fmla="*/ 3962676 w 3962676"/>
              <a:gd name="connsiteY4-32" fmla="*/ 467897 h 4482805"/>
              <a:gd name="connsiteX0-33" fmla="*/ 3962676 w 3962676"/>
              <a:gd name="connsiteY0-34" fmla="*/ 4482805 h 4482805"/>
              <a:gd name="connsiteX1-35" fmla="*/ 0 w 3962676"/>
              <a:gd name="connsiteY1-36" fmla="*/ 2015454 h 4482805"/>
              <a:gd name="connsiteX2-37" fmla="*/ 3211739 w 3962676"/>
              <a:gd name="connsiteY2-38" fmla="*/ 0 h 4482805"/>
              <a:gd name="connsiteX3-39" fmla="*/ 3962676 w 3962676"/>
              <a:gd name="connsiteY3-40" fmla="*/ 467897 h 44828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6" h="4482805">
                <a:moveTo>
                  <a:pt x="3962676" y="4482805"/>
                </a:moveTo>
                <a:lnTo>
                  <a:pt x="0" y="2015454"/>
                </a:lnTo>
                <a:lnTo>
                  <a:pt x="3211739" y="0"/>
                </a:lnTo>
                <a:lnTo>
                  <a:pt x="3962676" y="46789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23"/>
            </p:custDataLst>
          </p:nvPr>
        </p:nvSpPr>
        <p:spPr>
          <a:xfrm>
            <a:off x="8229958" y="1836231"/>
            <a:ext cx="3962040" cy="4482409"/>
          </a:xfrm>
          <a:custGeom>
            <a:avLst/>
            <a:gdLst>
              <a:gd name="connsiteX0" fmla="*/ 3211739 w 3962040"/>
              <a:gd name="connsiteY0" fmla="*/ 0 h 4482409"/>
              <a:gd name="connsiteX1" fmla="*/ 3962040 w 3962040"/>
              <a:gd name="connsiteY1" fmla="*/ 467502 h 4482409"/>
              <a:gd name="connsiteX2" fmla="*/ 3962040 w 3962040"/>
              <a:gd name="connsiteY2" fmla="*/ 4482409 h 4482409"/>
              <a:gd name="connsiteX3" fmla="*/ 0 w 3962040"/>
              <a:gd name="connsiteY3" fmla="*/ 2015453 h 4482409"/>
              <a:gd name="connsiteX4" fmla="*/ 3211739 w 3962040"/>
              <a:gd name="connsiteY4" fmla="*/ 0 h 4482409"/>
              <a:gd name="connsiteX0-1" fmla="*/ 3211739 w 3962040"/>
              <a:gd name="connsiteY0-2" fmla="*/ 0 h 4482409"/>
              <a:gd name="connsiteX1-3" fmla="*/ 3962040 w 3962040"/>
              <a:gd name="connsiteY1-4" fmla="*/ 467502 h 4482409"/>
              <a:gd name="connsiteX2-5" fmla="*/ 3954422 w 3962040"/>
              <a:gd name="connsiteY2-6" fmla="*/ 2659569 h 4482409"/>
              <a:gd name="connsiteX3-7" fmla="*/ 3962040 w 3962040"/>
              <a:gd name="connsiteY3-8" fmla="*/ 4482409 h 4482409"/>
              <a:gd name="connsiteX4-9" fmla="*/ 0 w 3962040"/>
              <a:gd name="connsiteY4-10" fmla="*/ 2015453 h 4482409"/>
              <a:gd name="connsiteX5" fmla="*/ 3211739 w 3962040"/>
              <a:gd name="connsiteY5" fmla="*/ 0 h 4482409"/>
              <a:gd name="connsiteX0-11" fmla="*/ 3954422 w 4045862"/>
              <a:gd name="connsiteY0-12" fmla="*/ 2659569 h 4482409"/>
              <a:gd name="connsiteX1-13" fmla="*/ 3962040 w 4045862"/>
              <a:gd name="connsiteY1-14" fmla="*/ 4482409 h 4482409"/>
              <a:gd name="connsiteX2-15" fmla="*/ 0 w 4045862"/>
              <a:gd name="connsiteY2-16" fmla="*/ 2015453 h 4482409"/>
              <a:gd name="connsiteX3-17" fmla="*/ 3211739 w 4045862"/>
              <a:gd name="connsiteY3-18" fmla="*/ 0 h 4482409"/>
              <a:gd name="connsiteX4-19" fmla="*/ 3962040 w 4045862"/>
              <a:gd name="connsiteY4-20" fmla="*/ 467502 h 4482409"/>
              <a:gd name="connsiteX5-21" fmla="*/ 4045862 w 4045862"/>
              <a:gd name="connsiteY5-22" fmla="*/ 2751009 h 4482409"/>
              <a:gd name="connsiteX0-23" fmla="*/ 3954422 w 3962040"/>
              <a:gd name="connsiteY0-24" fmla="*/ 2659569 h 4482409"/>
              <a:gd name="connsiteX1-25" fmla="*/ 3962040 w 3962040"/>
              <a:gd name="connsiteY1-26" fmla="*/ 4482409 h 4482409"/>
              <a:gd name="connsiteX2-27" fmla="*/ 0 w 3962040"/>
              <a:gd name="connsiteY2-28" fmla="*/ 2015453 h 4482409"/>
              <a:gd name="connsiteX3-29" fmla="*/ 3211739 w 3962040"/>
              <a:gd name="connsiteY3-30" fmla="*/ 0 h 4482409"/>
              <a:gd name="connsiteX4-31" fmla="*/ 3962040 w 3962040"/>
              <a:gd name="connsiteY4-32" fmla="*/ 467502 h 4482409"/>
              <a:gd name="connsiteX0-33" fmla="*/ 3962040 w 3962040"/>
              <a:gd name="connsiteY0-34" fmla="*/ 4482409 h 4482409"/>
              <a:gd name="connsiteX1-35" fmla="*/ 0 w 3962040"/>
              <a:gd name="connsiteY1-36" fmla="*/ 2015453 h 4482409"/>
              <a:gd name="connsiteX2-37" fmla="*/ 3211739 w 3962040"/>
              <a:gd name="connsiteY2-38" fmla="*/ 0 h 4482409"/>
              <a:gd name="connsiteX3-39" fmla="*/ 3962040 w 3962040"/>
              <a:gd name="connsiteY3-40" fmla="*/ 467502 h 4482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040" h="4482409">
                <a:moveTo>
                  <a:pt x="3962040" y="4482409"/>
                </a:moveTo>
                <a:lnTo>
                  <a:pt x="0" y="2015453"/>
                </a:lnTo>
                <a:lnTo>
                  <a:pt x="3211739" y="0"/>
                </a:lnTo>
                <a:lnTo>
                  <a:pt x="3962040" y="46750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2" name="任意多边形: 形状 31"/>
          <p:cNvSpPr/>
          <p:nvPr userDrawn="1">
            <p:custDataLst>
              <p:tags r:id="rId24"/>
            </p:custDataLst>
          </p:nvPr>
        </p:nvSpPr>
        <p:spPr>
          <a:xfrm>
            <a:off x="8229325" y="2074357"/>
            <a:ext cx="3962675" cy="4482804"/>
          </a:xfrm>
          <a:custGeom>
            <a:avLst/>
            <a:gdLst>
              <a:gd name="connsiteX0" fmla="*/ 3211739 w 3962675"/>
              <a:gd name="connsiteY0" fmla="*/ 0 h 4482804"/>
              <a:gd name="connsiteX1" fmla="*/ 3962675 w 3962675"/>
              <a:gd name="connsiteY1" fmla="*/ 467897 h 4482804"/>
              <a:gd name="connsiteX2" fmla="*/ 3962675 w 3962675"/>
              <a:gd name="connsiteY2" fmla="*/ 4482804 h 4482804"/>
              <a:gd name="connsiteX3" fmla="*/ 0 w 3962675"/>
              <a:gd name="connsiteY3" fmla="*/ 2015453 h 4482804"/>
              <a:gd name="connsiteX4" fmla="*/ 3211739 w 3962675"/>
              <a:gd name="connsiteY4" fmla="*/ 0 h 4482804"/>
              <a:gd name="connsiteX0-1" fmla="*/ 3211739 w 3962675"/>
              <a:gd name="connsiteY0-2" fmla="*/ 0 h 4482804"/>
              <a:gd name="connsiteX1-3" fmla="*/ 3962675 w 3962675"/>
              <a:gd name="connsiteY1-4" fmla="*/ 467897 h 4482804"/>
              <a:gd name="connsiteX2-5" fmla="*/ 3962675 w 3962675"/>
              <a:gd name="connsiteY2-6" fmla="*/ 2657663 h 4482804"/>
              <a:gd name="connsiteX3-7" fmla="*/ 3962675 w 3962675"/>
              <a:gd name="connsiteY3-8" fmla="*/ 4482804 h 4482804"/>
              <a:gd name="connsiteX4-9" fmla="*/ 0 w 3962675"/>
              <a:gd name="connsiteY4-10" fmla="*/ 2015453 h 4482804"/>
              <a:gd name="connsiteX5" fmla="*/ 3211739 w 3962675"/>
              <a:gd name="connsiteY5" fmla="*/ 0 h 4482804"/>
              <a:gd name="connsiteX0-11" fmla="*/ 3962675 w 4054115"/>
              <a:gd name="connsiteY0-12" fmla="*/ 2657663 h 4482804"/>
              <a:gd name="connsiteX1-13" fmla="*/ 3962675 w 4054115"/>
              <a:gd name="connsiteY1-14" fmla="*/ 4482804 h 4482804"/>
              <a:gd name="connsiteX2-15" fmla="*/ 0 w 4054115"/>
              <a:gd name="connsiteY2-16" fmla="*/ 2015453 h 4482804"/>
              <a:gd name="connsiteX3-17" fmla="*/ 3211739 w 4054115"/>
              <a:gd name="connsiteY3-18" fmla="*/ 0 h 4482804"/>
              <a:gd name="connsiteX4-19" fmla="*/ 3962675 w 4054115"/>
              <a:gd name="connsiteY4-20" fmla="*/ 467897 h 4482804"/>
              <a:gd name="connsiteX5-21" fmla="*/ 4054115 w 4054115"/>
              <a:gd name="connsiteY5-22" fmla="*/ 2749103 h 4482804"/>
              <a:gd name="connsiteX0-23" fmla="*/ 3962675 w 3962675"/>
              <a:gd name="connsiteY0-24" fmla="*/ 2657663 h 4482804"/>
              <a:gd name="connsiteX1-25" fmla="*/ 3962675 w 3962675"/>
              <a:gd name="connsiteY1-26" fmla="*/ 4482804 h 4482804"/>
              <a:gd name="connsiteX2-27" fmla="*/ 0 w 3962675"/>
              <a:gd name="connsiteY2-28" fmla="*/ 2015453 h 4482804"/>
              <a:gd name="connsiteX3-29" fmla="*/ 3211739 w 3962675"/>
              <a:gd name="connsiteY3-30" fmla="*/ 0 h 4482804"/>
              <a:gd name="connsiteX4-31" fmla="*/ 3962675 w 3962675"/>
              <a:gd name="connsiteY4-32" fmla="*/ 467897 h 4482804"/>
              <a:gd name="connsiteX0-33" fmla="*/ 3962675 w 3962675"/>
              <a:gd name="connsiteY0-34" fmla="*/ 4482804 h 4482804"/>
              <a:gd name="connsiteX1-35" fmla="*/ 0 w 3962675"/>
              <a:gd name="connsiteY1-36" fmla="*/ 2015453 h 4482804"/>
              <a:gd name="connsiteX2-37" fmla="*/ 3211739 w 3962675"/>
              <a:gd name="connsiteY2-38" fmla="*/ 0 h 4482804"/>
              <a:gd name="connsiteX3-39" fmla="*/ 3962675 w 3962675"/>
              <a:gd name="connsiteY3-40" fmla="*/ 467897 h 448280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5" h="4482804">
                <a:moveTo>
                  <a:pt x="3962675" y="4482804"/>
                </a:moveTo>
                <a:lnTo>
                  <a:pt x="0" y="2015453"/>
                </a:lnTo>
                <a:lnTo>
                  <a:pt x="3211739" y="0"/>
                </a:lnTo>
                <a:lnTo>
                  <a:pt x="3962675" y="46789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25"/>
            </p:custDataLst>
          </p:nvPr>
        </p:nvSpPr>
        <p:spPr>
          <a:xfrm>
            <a:off x="8229324" y="2313117"/>
            <a:ext cx="3962676" cy="4482804"/>
          </a:xfrm>
          <a:custGeom>
            <a:avLst/>
            <a:gdLst>
              <a:gd name="connsiteX0" fmla="*/ 3211740 w 3962676"/>
              <a:gd name="connsiteY0" fmla="*/ 0 h 4482804"/>
              <a:gd name="connsiteX1" fmla="*/ 3962676 w 3962676"/>
              <a:gd name="connsiteY1" fmla="*/ 467896 h 4482804"/>
              <a:gd name="connsiteX2" fmla="*/ 3962676 w 3962676"/>
              <a:gd name="connsiteY2" fmla="*/ 4482804 h 4482804"/>
              <a:gd name="connsiteX3" fmla="*/ 0 w 3962676"/>
              <a:gd name="connsiteY3" fmla="*/ 2015453 h 4482804"/>
              <a:gd name="connsiteX4" fmla="*/ 3211740 w 3962676"/>
              <a:gd name="connsiteY4" fmla="*/ 0 h 4482804"/>
              <a:gd name="connsiteX0-1" fmla="*/ 3211740 w 3962676"/>
              <a:gd name="connsiteY0-2" fmla="*/ 0 h 4482804"/>
              <a:gd name="connsiteX1-3" fmla="*/ 3962676 w 3962676"/>
              <a:gd name="connsiteY1-4" fmla="*/ 467896 h 4482804"/>
              <a:gd name="connsiteX2-5" fmla="*/ 3962676 w 3962676"/>
              <a:gd name="connsiteY2-6" fmla="*/ 3119943 h 4482804"/>
              <a:gd name="connsiteX3-7" fmla="*/ 3962676 w 3962676"/>
              <a:gd name="connsiteY3-8" fmla="*/ 4482804 h 4482804"/>
              <a:gd name="connsiteX4-9" fmla="*/ 0 w 3962676"/>
              <a:gd name="connsiteY4-10" fmla="*/ 2015453 h 4482804"/>
              <a:gd name="connsiteX5" fmla="*/ 3211740 w 3962676"/>
              <a:gd name="connsiteY5" fmla="*/ 0 h 4482804"/>
              <a:gd name="connsiteX0-11" fmla="*/ 3962676 w 4054116"/>
              <a:gd name="connsiteY0-12" fmla="*/ 3119943 h 4482804"/>
              <a:gd name="connsiteX1-13" fmla="*/ 3962676 w 4054116"/>
              <a:gd name="connsiteY1-14" fmla="*/ 4482804 h 4482804"/>
              <a:gd name="connsiteX2-15" fmla="*/ 0 w 4054116"/>
              <a:gd name="connsiteY2-16" fmla="*/ 2015453 h 4482804"/>
              <a:gd name="connsiteX3-17" fmla="*/ 3211740 w 4054116"/>
              <a:gd name="connsiteY3-18" fmla="*/ 0 h 4482804"/>
              <a:gd name="connsiteX4-19" fmla="*/ 3962676 w 4054116"/>
              <a:gd name="connsiteY4-20" fmla="*/ 467896 h 4482804"/>
              <a:gd name="connsiteX5-21" fmla="*/ 4054116 w 4054116"/>
              <a:gd name="connsiteY5-22" fmla="*/ 3211383 h 4482804"/>
              <a:gd name="connsiteX0-23" fmla="*/ 3962676 w 3962676"/>
              <a:gd name="connsiteY0-24" fmla="*/ 3119943 h 4482804"/>
              <a:gd name="connsiteX1-25" fmla="*/ 3962676 w 3962676"/>
              <a:gd name="connsiteY1-26" fmla="*/ 4482804 h 4482804"/>
              <a:gd name="connsiteX2-27" fmla="*/ 0 w 3962676"/>
              <a:gd name="connsiteY2-28" fmla="*/ 2015453 h 4482804"/>
              <a:gd name="connsiteX3-29" fmla="*/ 3211740 w 3962676"/>
              <a:gd name="connsiteY3-30" fmla="*/ 0 h 4482804"/>
              <a:gd name="connsiteX4-31" fmla="*/ 3962676 w 3962676"/>
              <a:gd name="connsiteY4-32" fmla="*/ 467896 h 4482804"/>
              <a:gd name="connsiteX0-33" fmla="*/ 3962676 w 3962676"/>
              <a:gd name="connsiteY0-34" fmla="*/ 4482804 h 4482804"/>
              <a:gd name="connsiteX1-35" fmla="*/ 0 w 3962676"/>
              <a:gd name="connsiteY1-36" fmla="*/ 2015453 h 4482804"/>
              <a:gd name="connsiteX2-37" fmla="*/ 3211740 w 3962676"/>
              <a:gd name="connsiteY2-38" fmla="*/ 0 h 4482804"/>
              <a:gd name="connsiteX3-39" fmla="*/ 3962676 w 3962676"/>
              <a:gd name="connsiteY3-40" fmla="*/ 467896 h 448280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6" h="4482804">
                <a:moveTo>
                  <a:pt x="3962676" y="4482804"/>
                </a:moveTo>
                <a:lnTo>
                  <a:pt x="0" y="2015453"/>
                </a:lnTo>
                <a:lnTo>
                  <a:pt x="3211740" y="0"/>
                </a:lnTo>
                <a:lnTo>
                  <a:pt x="3962676" y="46789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1" name="任意多边形: 形状 40"/>
          <p:cNvSpPr/>
          <p:nvPr userDrawn="1">
            <p:custDataLst>
              <p:tags r:id="rId26"/>
            </p:custDataLst>
          </p:nvPr>
        </p:nvSpPr>
        <p:spPr>
          <a:xfrm>
            <a:off x="8229325" y="3268792"/>
            <a:ext cx="3962675" cy="3585813"/>
          </a:xfrm>
          <a:custGeom>
            <a:avLst/>
            <a:gdLst>
              <a:gd name="connsiteX0" fmla="*/ 3211740 w 3962675"/>
              <a:gd name="connsiteY0" fmla="*/ 0 h 3585813"/>
              <a:gd name="connsiteX1" fmla="*/ 3962675 w 3962675"/>
              <a:gd name="connsiteY1" fmla="*/ 467897 h 3585813"/>
              <a:gd name="connsiteX2" fmla="*/ 3962675 w 3962675"/>
              <a:gd name="connsiteY2" fmla="*/ 3585812 h 3585813"/>
              <a:gd name="connsiteX3" fmla="*/ 2522068 w 3962675"/>
              <a:gd name="connsiteY3" fmla="*/ 3585813 h 3585813"/>
              <a:gd name="connsiteX4" fmla="*/ 0 w 3962675"/>
              <a:gd name="connsiteY4" fmla="*/ 2015453 h 3585813"/>
              <a:gd name="connsiteX5" fmla="*/ 3211740 w 3962675"/>
              <a:gd name="connsiteY5" fmla="*/ 0 h 3585813"/>
              <a:gd name="connsiteX0-1" fmla="*/ 3962675 w 4054115"/>
              <a:gd name="connsiteY0-2" fmla="*/ 3585812 h 3677252"/>
              <a:gd name="connsiteX1-3" fmla="*/ 2522068 w 4054115"/>
              <a:gd name="connsiteY1-4" fmla="*/ 3585813 h 3677252"/>
              <a:gd name="connsiteX2-5" fmla="*/ 0 w 4054115"/>
              <a:gd name="connsiteY2-6" fmla="*/ 2015453 h 3677252"/>
              <a:gd name="connsiteX3-7" fmla="*/ 3211740 w 4054115"/>
              <a:gd name="connsiteY3-8" fmla="*/ 0 h 3677252"/>
              <a:gd name="connsiteX4-9" fmla="*/ 3962675 w 4054115"/>
              <a:gd name="connsiteY4-10" fmla="*/ 467897 h 3677252"/>
              <a:gd name="connsiteX5-11" fmla="*/ 4054115 w 4054115"/>
              <a:gd name="connsiteY5-12" fmla="*/ 3677252 h 3677252"/>
              <a:gd name="connsiteX0-13" fmla="*/ 3962675 w 3962675"/>
              <a:gd name="connsiteY0-14" fmla="*/ 3585812 h 3585813"/>
              <a:gd name="connsiteX1-15" fmla="*/ 2522068 w 3962675"/>
              <a:gd name="connsiteY1-16" fmla="*/ 3585813 h 3585813"/>
              <a:gd name="connsiteX2-17" fmla="*/ 0 w 3962675"/>
              <a:gd name="connsiteY2-18" fmla="*/ 2015453 h 3585813"/>
              <a:gd name="connsiteX3-19" fmla="*/ 3211740 w 3962675"/>
              <a:gd name="connsiteY3-20" fmla="*/ 0 h 3585813"/>
              <a:gd name="connsiteX4-21" fmla="*/ 3962675 w 3962675"/>
              <a:gd name="connsiteY4-22" fmla="*/ 467897 h 3585813"/>
              <a:gd name="connsiteX0-23" fmla="*/ 2522068 w 3962675"/>
              <a:gd name="connsiteY0-24" fmla="*/ 3585813 h 3585813"/>
              <a:gd name="connsiteX1-25" fmla="*/ 0 w 3962675"/>
              <a:gd name="connsiteY1-26" fmla="*/ 2015453 h 3585813"/>
              <a:gd name="connsiteX2-27" fmla="*/ 3211740 w 3962675"/>
              <a:gd name="connsiteY2-28" fmla="*/ 0 h 3585813"/>
              <a:gd name="connsiteX3-29" fmla="*/ 3962675 w 3962675"/>
              <a:gd name="connsiteY3-30" fmla="*/ 467897 h 35858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5" h="3585813">
                <a:moveTo>
                  <a:pt x="2522068" y="3585813"/>
                </a:moveTo>
                <a:lnTo>
                  <a:pt x="0" y="2015453"/>
                </a:lnTo>
                <a:lnTo>
                  <a:pt x="3211740" y="0"/>
                </a:lnTo>
                <a:lnTo>
                  <a:pt x="3962675" y="46789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4" name="任意多边形: 形状 43"/>
          <p:cNvSpPr/>
          <p:nvPr userDrawn="1">
            <p:custDataLst>
              <p:tags r:id="rId27"/>
            </p:custDataLst>
          </p:nvPr>
        </p:nvSpPr>
        <p:spPr>
          <a:xfrm>
            <a:off x="8229324" y="3029396"/>
            <a:ext cx="3962675" cy="3825208"/>
          </a:xfrm>
          <a:custGeom>
            <a:avLst/>
            <a:gdLst>
              <a:gd name="connsiteX0" fmla="*/ 3211740 w 3962675"/>
              <a:gd name="connsiteY0" fmla="*/ 0 h 3825208"/>
              <a:gd name="connsiteX1" fmla="*/ 3962675 w 3962675"/>
              <a:gd name="connsiteY1" fmla="*/ 467897 h 3825208"/>
              <a:gd name="connsiteX2" fmla="*/ 3962675 w 3962675"/>
              <a:gd name="connsiteY2" fmla="*/ 3825208 h 3825208"/>
              <a:gd name="connsiteX3" fmla="*/ 2906546 w 3962675"/>
              <a:gd name="connsiteY3" fmla="*/ 3825208 h 3825208"/>
              <a:gd name="connsiteX4" fmla="*/ 0 w 3962675"/>
              <a:gd name="connsiteY4" fmla="*/ 2015453 h 3825208"/>
              <a:gd name="connsiteX5" fmla="*/ 3211740 w 3962675"/>
              <a:gd name="connsiteY5" fmla="*/ 0 h 3825208"/>
              <a:gd name="connsiteX0-1" fmla="*/ 3962675 w 4054115"/>
              <a:gd name="connsiteY0-2" fmla="*/ 3825208 h 3916648"/>
              <a:gd name="connsiteX1-3" fmla="*/ 2906546 w 4054115"/>
              <a:gd name="connsiteY1-4" fmla="*/ 3825208 h 3916648"/>
              <a:gd name="connsiteX2-5" fmla="*/ 0 w 4054115"/>
              <a:gd name="connsiteY2-6" fmla="*/ 2015453 h 3916648"/>
              <a:gd name="connsiteX3-7" fmla="*/ 3211740 w 4054115"/>
              <a:gd name="connsiteY3-8" fmla="*/ 0 h 3916648"/>
              <a:gd name="connsiteX4-9" fmla="*/ 3962675 w 4054115"/>
              <a:gd name="connsiteY4-10" fmla="*/ 467897 h 3916648"/>
              <a:gd name="connsiteX5-11" fmla="*/ 4054115 w 4054115"/>
              <a:gd name="connsiteY5-12" fmla="*/ 3916648 h 3916648"/>
              <a:gd name="connsiteX0-13" fmla="*/ 3962675 w 3962675"/>
              <a:gd name="connsiteY0-14" fmla="*/ 3825208 h 3825208"/>
              <a:gd name="connsiteX1-15" fmla="*/ 2906546 w 3962675"/>
              <a:gd name="connsiteY1-16" fmla="*/ 3825208 h 3825208"/>
              <a:gd name="connsiteX2-17" fmla="*/ 0 w 3962675"/>
              <a:gd name="connsiteY2-18" fmla="*/ 2015453 h 3825208"/>
              <a:gd name="connsiteX3-19" fmla="*/ 3211740 w 3962675"/>
              <a:gd name="connsiteY3-20" fmla="*/ 0 h 3825208"/>
              <a:gd name="connsiteX4-21" fmla="*/ 3962675 w 3962675"/>
              <a:gd name="connsiteY4-22" fmla="*/ 467897 h 3825208"/>
              <a:gd name="connsiteX0-23" fmla="*/ 2906546 w 3962675"/>
              <a:gd name="connsiteY0-24" fmla="*/ 3825208 h 3825208"/>
              <a:gd name="connsiteX1-25" fmla="*/ 0 w 3962675"/>
              <a:gd name="connsiteY1-26" fmla="*/ 2015453 h 3825208"/>
              <a:gd name="connsiteX2-27" fmla="*/ 3211740 w 3962675"/>
              <a:gd name="connsiteY2-28" fmla="*/ 0 h 3825208"/>
              <a:gd name="connsiteX3-29" fmla="*/ 3962675 w 3962675"/>
              <a:gd name="connsiteY3-30" fmla="*/ 467897 h 3825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5" h="3825208">
                <a:moveTo>
                  <a:pt x="2906546" y="3825208"/>
                </a:moveTo>
                <a:lnTo>
                  <a:pt x="0" y="2015453"/>
                </a:lnTo>
                <a:lnTo>
                  <a:pt x="3211740" y="0"/>
                </a:lnTo>
                <a:lnTo>
                  <a:pt x="3962675" y="46789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9" name="任意多边形: 形状 48"/>
          <p:cNvSpPr/>
          <p:nvPr userDrawn="1">
            <p:custDataLst>
              <p:tags r:id="rId28"/>
            </p:custDataLst>
          </p:nvPr>
        </p:nvSpPr>
        <p:spPr>
          <a:xfrm>
            <a:off x="8235675" y="2790636"/>
            <a:ext cx="3956326" cy="4063969"/>
          </a:xfrm>
          <a:custGeom>
            <a:avLst/>
            <a:gdLst>
              <a:gd name="connsiteX0" fmla="*/ 3211740 w 3956326"/>
              <a:gd name="connsiteY0" fmla="*/ 0 h 4063969"/>
              <a:gd name="connsiteX1" fmla="*/ 3956326 w 3956326"/>
              <a:gd name="connsiteY1" fmla="*/ 463940 h 4063969"/>
              <a:gd name="connsiteX2" fmla="*/ 3956326 w 3956326"/>
              <a:gd name="connsiteY2" fmla="*/ 4063968 h 4063969"/>
              <a:gd name="connsiteX3" fmla="*/ 3290005 w 3956326"/>
              <a:gd name="connsiteY3" fmla="*/ 4063969 h 4063969"/>
              <a:gd name="connsiteX4" fmla="*/ 0 w 3956326"/>
              <a:gd name="connsiteY4" fmla="*/ 2015453 h 4063969"/>
              <a:gd name="connsiteX5" fmla="*/ 3211740 w 3956326"/>
              <a:gd name="connsiteY5" fmla="*/ 0 h 4063969"/>
              <a:gd name="connsiteX0-1" fmla="*/ 3211740 w 3971565"/>
              <a:gd name="connsiteY0-2" fmla="*/ 0 h 4063969"/>
              <a:gd name="connsiteX1-3" fmla="*/ 3956326 w 3971565"/>
              <a:gd name="connsiteY1-4" fmla="*/ 463940 h 4063969"/>
              <a:gd name="connsiteX2-5" fmla="*/ 3971565 w 3971565"/>
              <a:gd name="connsiteY2-6" fmla="*/ 2398584 h 4063969"/>
              <a:gd name="connsiteX3-7" fmla="*/ 3956326 w 3971565"/>
              <a:gd name="connsiteY3-8" fmla="*/ 4063968 h 4063969"/>
              <a:gd name="connsiteX4-9" fmla="*/ 3290005 w 3971565"/>
              <a:gd name="connsiteY4-10" fmla="*/ 4063969 h 4063969"/>
              <a:gd name="connsiteX5-11" fmla="*/ 0 w 3971565"/>
              <a:gd name="connsiteY5-12" fmla="*/ 2015453 h 4063969"/>
              <a:gd name="connsiteX6" fmla="*/ 3211740 w 3971565"/>
              <a:gd name="connsiteY6" fmla="*/ 0 h 4063969"/>
              <a:gd name="connsiteX0-13" fmla="*/ 3971565 w 4063005"/>
              <a:gd name="connsiteY0-14" fmla="*/ 2398584 h 4063969"/>
              <a:gd name="connsiteX1-15" fmla="*/ 3956326 w 4063005"/>
              <a:gd name="connsiteY1-16" fmla="*/ 4063968 h 4063969"/>
              <a:gd name="connsiteX2-17" fmla="*/ 3290005 w 4063005"/>
              <a:gd name="connsiteY2-18" fmla="*/ 4063969 h 4063969"/>
              <a:gd name="connsiteX3-19" fmla="*/ 0 w 4063005"/>
              <a:gd name="connsiteY3-20" fmla="*/ 2015453 h 4063969"/>
              <a:gd name="connsiteX4-21" fmla="*/ 3211740 w 4063005"/>
              <a:gd name="connsiteY4-22" fmla="*/ 0 h 4063969"/>
              <a:gd name="connsiteX5-23" fmla="*/ 3956326 w 4063005"/>
              <a:gd name="connsiteY5-24" fmla="*/ 463940 h 4063969"/>
              <a:gd name="connsiteX6-25" fmla="*/ 4063005 w 4063005"/>
              <a:gd name="connsiteY6-26" fmla="*/ 2490024 h 4063969"/>
              <a:gd name="connsiteX0-27" fmla="*/ 3971565 w 3971565"/>
              <a:gd name="connsiteY0-28" fmla="*/ 2398584 h 4063969"/>
              <a:gd name="connsiteX1-29" fmla="*/ 3956326 w 3971565"/>
              <a:gd name="connsiteY1-30" fmla="*/ 4063968 h 4063969"/>
              <a:gd name="connsiteX2-31" fmla="*/ 3290005 w 3971565"/>
              <a:gd name="connsiteY2-32" fmla="*/ 4063969 h 4063969"/>
              <a:gd name="connsiteX3-33" fmla="*/ 0 w 3971565"/>
              <a:gd name="connsiteY3-34" fmla="*/ 2015453 h 4063969"/>
              <a:gd name="connsiteX4-35" fmla="*/ 3211740 w 3971565"/>
              <a:gd name="connsiteY4-36" fmla="*/ 0 h 4063969"/>
              <a:gd name="connsiteX5-37" fmla="*/ 3956326 w 3971565"/>
              <a:gd name="connsiteY5-38" fmla="*/ 463940 h 4063969"/>
              <a:gd name="connsiteX0-39" fmla="*/ 3956326 w 3956326"/>
              <a:gd name="connsiteY0-40" fmla="*/ 4063968 h 4063969"/>
              <a:gd name="connsiteX1-41" fmla="*/ 3290005 w 3956326"/>
              <a:gd name="connsiteY1-42" fmla="*/ 4063969 h 4063969"/>
              <a:gd name="connsiteX2-43" fmla="*/ 0 w 3956326"/>
              <a:gd name="connsiteY2-44" fmla="*/ 2015453 h 4063969"/>
              <a:gd name="connsiteX3-45" fmla="*/ 3211740 w 3956326"/>
              <a:gd name="connsiteY3-46" fmla="*/ 0 h 4063969"/>
              <a:gd name="connsiteX4-47" fmla="*/ 3956326 w 3956326"/>
              <a:gd name="connsiteY4-48" fmla="*/ 463940 h 4063969"/>
              <a:gd name="connsiteX0-49" fmla="*/ 3290005 w 3956326"/>
              <a:gd name="connsiteY0-50" fmla="*/ 4063969 h 4063969"/>
              <a:gd name="connsiteX1-51" fmla="*/ 0 w 3956326"/>
              <a:gd name="connsiteY1-52" fmla="*/ 2015453 h 4063969"/>
              <a:gd name="connsiteX2-53" fmla="*/ 3211740 w 3956326"/>
              <a:gd name="connsiteY2-54" fmla="*/ 0 h 4063969"/>
              <a:gd name="connsiteX3-55" fmla="*/ 3956326 w 3956326"/>
              <a:gd name="connsiteY3-56" fmla="*/ 463940 h 4063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56326" h="4063969">
                <a:moveTo>
                  <a:pt x="3290005" y="4063969"/>
                </a:moveTo>
                <a:lnTo>
                  <a:pt x="0" y="2015453"/>
                </a:lnTo>
                <a:lnTo>
                  <a:pt x="3211740" y="0"/>
                </a:lnTo>
                <a:lnTo>
                  <a:pt x="3956326" y="46394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6388" hasCustomPrompt="1"/>
            <p:custDataLst>
              <p:tags r:id="rId29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53" name="任意多边形: 形状 52"/>
          <p:cNvSpPr/>
          <p:nvPr userDrawn="1">
            <p:custDataLst>
              <p:tags r:id="rId30"/>
            </p:custDataLst>
          </p:nvPr>
        </p:nvSpPr>
        <p:spPr>
          <a:xfrm>
            <a:off x="8235039" y="2552512"/>
            <a:ext cx="3956960" cy="4302092"/>
          </a:xfrm>
          <a:custGeom>
            <a:avLst/>
            <a:gdLst>
              <a:gd name="connsiteX0" fmla="*/ 3211739 w 3956960"/>
              <a:gd name="connsiteY0" fmla="*/ 0 h 4302093"/>
              <a:gd name="connsiteX1" fmla="*/ 3956960 w 3956960"/>
              <a:gd name="connsiteY1" fmla="*/ 464335 h 4302093"/>
              <a:gd name="connsiteX2" fmla="*/ 3956960 w 3956960"/>
              <a:gd name="connsiteY2" fmla="*/ 4302093 h 4302093"/>
              <a:gd name="connsiteX3" fmla="*/ 3672445 w 3956960"/>
              <a:gd name="connsiteY3" fmla="*/ 4302092 h 4302093"/>
              <a:gd name="connsiteX4" fmla="*/ 0 w 3956960"/>
              <a:gd name="connsiteY4" fmla="*/ 2015453 h 4302093"/>
              <a:gd name="connsiteX5" fmla="*/ 3211739 w 3956960"/>
              <a:gd name="connsiteY5" fmla="*/ 0 h 4302093"/>
              <a:gd name="connsiteX0-1" fmla="*/ 3211739 w 3956960"/>
              <a:gd name="connsiteY0-2" fmla="*/ 0 h 4302093"/>
              <a:gd name="connsiteX1-3" fmla="*/ 3956960 w 3956960"/>
              <a:gd name="connsiteY1-4" fmla="*/ 464335 h 4302093"/>
              <a:gd name="connsiteX2-5" fmla="*/ 3949341 w 3956960"/>
              <a:gd name="connsiteY2-6" fmla="*/ 2674808 h 4302093"/>
              <a:gd name="connsiteX3-7" fmla="*/ 3956960 w 3956960"/>
              <a:gd name="connsiteY3-8" fmla="*/ 4302093 h 4302093"/>
              <a:gd name="connsiteX4-9" fmla="*/ 3672445 w 3956960"/>
              <a:gd name="connsiteY4-10" fmla="*/ 4302092 h 4302093"/>
              <a:gd name="connsiteX5-11" fmla="*/ 0 w 3956960"/>
              <a:gd name="connsiteY5-12" fmla="*/ 2015453 h 4302093"/>
              <a:gd name="connsiteX6" fmla="*/ 3211739 w 3956960"/>
              <a:gd name="connsiteY6" fmla="*/ 0 h 4302093"/>
              <a:gd name="connsiteX0-13" fmla="*/ 3949341 w 4040781"/>
              <a:gd name="connsiteY0-14" fmla="*/ 2674808 h 4302093"/>
              <a:gd name="connsiteX1-15" fmla="*/ 3956960 w 4040781"/>
              <a:gd name="connsiteY1-16" fmla="*/ 4302093 h 4302093"/>
              <a:gd name="connsiteX2-17" fmla="*/ 3672445 w 4040781"/>
              <a:gd name="connsiteY2-18" fmla="*/ 4302092 h 4302093"/>
              <a:gd name="connsiteX3-19" fmla="*/ 0 w 4040781"/>
              <a:gd name="connsiteY3-20" fmla="*/ 2015453 h 4302093"/>
              <a:gd name="connsiteX4-21" fmla="*/ 3211739 w 4040781"/>
              <a:gd name="connsiteY4-22" fmla="*/ 0 h 4302093"/>
              <a:gd name="connsiteX5-23" fmla="*/ 3956960 w 4040781"/>
              <a:gd name="connsiteY5-24" fmla="*/ 464335 h 4302093"/>
              <a:gd name="connsiteX6-25" fmla="*/ 4040781 w 4040781"/>
              <a:gd name="connsiteY6-26" fmla="*/ 2766248 h 4302093"/>
              <a:gd name="connsiteX0-27" fmla="*/ 3949341 w 3956960"/>
              <a:gd name="connsiteY0-28" fmla="*/ 2674808 h 4302093"/>
              <a:gd name="connsiteX1-29" fmla="*/ 3956960 w 3956960"/>
              <a:gd name="connsiteY1-30" fmla="*/ 4302093 h 4302093"/>
              <a:gd name="connsiteX2-31" fmla="*/ 3672445 w 3956960"/>
              <a:gd name="connsiteY2-32" fmla="*/ 4302092 h 4302093"/>
              <a:gd name="connsiteX3-33" fmla="*/ 0 w 3956960"/>
              <a:gd name="connsiteY3-34" fmla="*/ 2015453 h 4302093"/>
              <a:gd name="connsiteX4-35" fmla="*/ 3211739 w 3956960"/>
              <a:gd name="connsiteY4-36" fmla="*/ 0 h 4302093"/>
              <a:gd name="connsiteX5-37" fmla="*/ 3956960 w 3956960"/>
              <a:gd name="connsiteY5-38" fmla="*/ 464335 h 4302093"/>
              <a:gd name="connsiteX0-39" fmla="*/ 3956960 w 3956960"/>
              <a:gd name="connsiteY0-40" fmla="*/ 4302093 h 4302093"/>
              <a:gd name="connsiteX1-41" fmla="*/ 3672445 w 3956960"/>
              <a:gd name="connsiteY1-42" fmla="*/ 4302092 h 4302093"/>
              <a:gd name="connsiteX2-43" fmla="*/ 0 w 3956960"/>
              <a:gd name="connsiteY2-44" fmla="*/ 2015453 h 4302093"/>
              <a:gd name="connsiteX3-45" fmla="*/ 3211739 w 3956960"/>
              <a:gd name="connsiteY3-46" fmla="*/ 0 h 4302093"/>
              <a:gd name="connsiteX4-47" fmla="*/ 3956960 w 3956960"/>
              <a:gd name="connsiteY4-48" fmla="*/ 464335 h 4302093"/>
              <a:gd name="connsiteX0-49" fmla="*/ 3672445 w 3956960"/>
              <a:gd name="connsiteY0-50" fmla="*/ 4302092 h 4302092"/>
              <a:gd name="connsiteX1-51" fmla="*/ 0 w 3956960"/>
              <a:gd name="connsiteY1-52" fmla="*/ 2015453 h 4302092"/>
              <a:gd name="connsiteX2-53" fmla="*/ 3211739 w 3956960"/>
              <a:gd name="connsiteY2-54" fmla="*/ 0 h 4302092"/>
              <a:gd name="connsiteX3-55" fmla="*/ 3956960 w 3956960"/>
              <a:gd name="connsiteY3-56" fmla="*/ 464335 h 43020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56960" h="4302092">
                <a:moveTo>
                  <a:pt x="3672445" y="4302092"/>
                </a:moveTo>
                <a:lnTo>
                  <a:pt x="0" y="2015453"/>
                </a:lnTo>
                <a:lnTo>
                  <a:pt x="3211739" y="0"/>
                </a:lnTo>
                <a:lnTo>
                  <a:pt x="3956960" y="46433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7" hasCustomPrompt="1"/>
            <p:custDataLst>
              <p:tags r:id="rId31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/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89" hasCustomPrompt="1"/>
            <p:custDataLst>
              <p:tags r:id="rId32"/>
            </p:custDataLst>
          </p:nvPr>
        </p:nvSpPr>
        <p:spPr>
          <a:xfrm>
            <a:off x="1016000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/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4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6387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3" name="任意多边形: 形状 62"/>
          <p:cNvSpPr/>
          <p:nvPr userDrawn="1">
            <p:custDataLst>
              <p:tags r:id="rId5"/>
            </p:custDataLst>
          </p:nvPr>
        </p:nvSpPr>
        <p:spPr>
          <a:xfrm>
            <a:off x="11738610" y="1917700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任意多边形: 形状 63"/>
          <p:cNvSpPr/>
          <p:nvPr userDrawn="1">
            <p:custDataLst>
              <p:tags r:id="rId6"/>
            </p:custDataLst>
          </p:nvPr>
        </p:nvSpPr>
        <p:spPr>
          <a:xfrm>
            <a:off x="11738610" y="2164080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5" name="任意多边形: 形状 64"/>
          <p:cNvSpPr/>
          <p:nvPr userDrawn="1">
            <p:custDataLst>
              <p:tags r:id="rId7"/>
            </p:custDataLst>
          </p:nvPr>
        </p:nvSpPr>
        <p:spPr>
          <a:xfrm>
            <a:off x="11738610" y="3395980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6" name="任意多边形: 形状 65"/>
          <p:cNvSpPr/>
          <p:nvPr userDrawn="1">
            <p:custDataLst>
              <p:tags r:id="rId8"/>
            </p:custDataLst>
          </p:nvPr>
        </p:nvSpPr>
        <p:spPr>
          <a:xfrm>
            <a:off x="11738610" y="3149600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任意多边形: 形状 66"/>
          <p:cNvSpPr/>
          <p:nvPr userDrawn="1">
            <p:custDataLst>
              <p:tags r:id="rId9"/>
            </p:custDataLst>
          </p:nvPr>
        </p:nvSpPr>
        <p:spPr>
          <a:xfrm>
            <a:off x="11738610" y="2903220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任意多边形: 形状 67"/>
          <p:cNvSpPr/>
          <p:nvPr userDrawn="1">
            <p:custDataLst>
              <p:tags r:id="rId10"/>
            </p:custDataLst>
          </p:nvPr>
        </p:nvSpPr>
        <p:spPr>
          <a:xfrm>
            <a:off x="11738610" y="2656840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任意多边形: 形状 68"/>
          <p:cNvSpPr/>
          <p:nvPr userDrawn="1">
            <p:custDataLst>
              <p:tags r:id="rId11"/>
            </p:custDataLst>
          </p:nvPr>
        </p:nvSpPr>
        <p:spPr>
          <a:xfrm>
            <a:off x="11738610" y="2410460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12"/>
            </p:custDataLst>
          </p:nvPr>
        </p:nvSpPr>
        <p:spPr>
          <a:xfrm>
            <a:off x="11738610" y="3642360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任意多边形: 形状 70"/>
          <p:cNvSpPr/>
          <p:nvPr userDrawn="1">
            <p:custDataLst>
              <p:tags r:id="rId13"/>
            </p:custDataLst>
          </p:nvPr>
        </p:nvSpPr>
        <p:spPr>
          <a:xfrm>
            <a:off x="11738610" y="3888740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14"/>
            </p:custDataLst>
          </p:nvPr>
        </p:nvSpPr>
        <p:spPr>
          <a:xfrm>
            <a:off x="11738610" y="4135120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15"/>
            </p:custDataLst>
          </p:nvPr>
        </p:nvSpPr>
        <p:spPr>
          <a:xfrm>
            <a:off x="11738610" y="4380865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4" name="任意多边形: 形状 73"/>
          <p:cNvSpPr/>
          <p:nvPr userDrawn="1">
            <p:custDataLst>
              <p:tags r:id="rId16"/>
            </p:custDataLst>
          </p:nvPr>
        </p:nvSpPr>
        <p:spPr>
          <a:xfrm>
            <a:off x="11738610" y="4627245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17"/>
            </p:custDataLst>
          </p:nvPr>
        </p:nvSpPr>
        <p:spPr>
          <a:xfrm>
            <a:off x="11738610" y="4873625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18"/>
            </p:custDataLst>
          </p:nvPr>
        </p:nvSpPr>
        <p:spPr>
          <a:xfrm>
            <a:off x="11738610" y="5120005"/>
            <a:ext cx="453390" cy="285750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任意多边形: 形状 8"/>
          <p:cNvSpPr/>
          <p:nvPr userDrawn="1">
            <p:custDataLst>
              <p:tags r:id="rId19"/>
            </p:custDataLst>
          </p:nvPr>
        </p:nvSpPr>
        <p:spPr>
          <a:xfrm>
            <a:off x="0" y="356823"/>
            <a:ext cx="3433655" cy="4090244"/>
          </a:xfrm>
          <a:custGeom>
            <a:avLst/>
            <a:gdLst>
              <a:gd name="connsiteX0" fmla="*/ 322646 w 3433655"/>
              <a:gd name="connsiteY0" fmla="*/ 0 h 4090244"/>
              <a:gd name="connsiteX1" fmla="*/ 3433655 w 3433655"/>
              <a:gd name="connsiteY1" fmla="*/ 1952239 h 4090244"/>
              <a:gd name="connsiteX2" fmla="*/ 0 w 3433655"/>
              <a:gd name="connsiteY2" fmla="*/ 4090244 h 4090244"/>
              <a:gd name="connsiteX3" fmla="*/ 0 w 3433655"/>
              <a:gd name="connsiteY3" fmla="*/ 201040 h 4090244"/>
              <a:gd name="connsiteX4" fmla="*/ 322646 w 3433655"/>
              <a:gd name="connsiteY4" fmla="*/ 0 h 4090244"/>
              <a:gd name="connsiteX0-1" fmla="*/ 341696 w 3452705"/>
              <a:gd name="connsiteY0-2" fmla="*/ 0 h 4090244"/>
              <a:gd name="connsiteX1-3" fmla="*/ 3452705 w 3452705"/>
              <a:gd name="connsiteY1-4" fmla="*/ 1952239 h 4090244"/>
              <a:gd name="connsiteX2-5" fmla="*/ 19050 w 3452705"/>
              <a:gd name="connsiteY2-6" fmla="*/ 4090244 h 4090244"/>
              <a:gd name="connsiteX3-7" fmla="*/ 0 w 3452705"/>
              <a:gd name="connsiteY3-8" fmla="*/ 2062527 h 4090244"/>
              <a:gd name="connsiteX4-9" fmla="*/ 19050 w 3452705"/>
              <a:gd name="connsiteY4-10" fmla="*/ 201040 h 4090244"/>
              <a:gd name="connsiteX5" fmla="*/ 341696 w 3452705"/>
              <a:gd name="connsiteY5" fmla="*/ 0 h 4090244"/>
              <a:gd name="connsiteX0-11" fmla="*/ 0 w 3452705"/>
              <a:gd name="connsiteY0-12" fmla="*/ 2062527 h 4090244"/>
              <a:gd name="connsiteX1-13" fmla="*/ 19050 w 3452705"/>
              <a:gd name="connsiteY1-14" fmla="*/ 201040 h 4090244"/>
              <a:gd name="connsiteX2-15" fmla="*/ 341696 w 3452705"/>
              <a:gd name="connsiteY2-16" fmla="*/ 0 h 4090244"/>
              <a:gd name="connsiteX3-17" fmla="*/ 3452705 w 3452705"/>
              <a:gd name="connsiteY3-18" fmla="*/ 1952239 h 4090244"/>
              <a:gd name="connsiteX4-19" fmla="*/ 19050 w 3452705"/>
              <a:gd name="connsiteY4-20" fmla="*/ 4090244 h 4090244"/>
              <a:gd name="connsiteX5-21" fmla="*/ 91440 w 3452705"/>
              <a:gd name="connsiteY5-22" fmla="*/ 2153967 h 4090244"/>
              <a:gd name="connsiteX0-23" fmla="*/ 0 w 3452705"/>
              <a:gd name="connsiteY0-24" fmla="*/ 2062527 h 4090244"/>
              <a:gd name="connsiteX1-25" fmla="*/ 19050 w 3452705"/>
              <a:gd name="connsiteY1-26" fmla="*/ 201040 h 4090244"/>
              <a:gd name="connsiteX2-27" fmla="*/ 341696 w 3452705"/>
              <a:gd name="connsiteY2-28" fmla="*/ 0 h 4090244"/>
              <a:gd name="connsiteX3-29" fmla="*/ 3452705 w 3452705"/>
              <a:gd name="connsiteY3-30" fmla="*/ 1952239 h 4090244"/>
              <a:gd name="connsiteX4-31" fmla="*/ 19050 w 3452705"/>
              <a:gd name="connsiteY4-32" fmla="*/ 4090244 h 4090244"/>
              <a:gd name="connsiteX0-33" fmla="*/ 0 w 3433655"/>
              <a:gd name="connsiteY0-34" fmla="*/ 201040 h 4090244"/>
              <a:gd name="connsiteX1-35" fmla="*/ 322646 w 3433655"/>
              <a:gd name="connsiteY1-36" fmla="*/ 0 h 4090244"/>
              <a:gd name="connsiteX2-37" fmla="*/ 3433655 w 3433655"/>
              <a:gd name="connsiteY2-38" fmla="*/ 1952239 h 4090244"/>
              <a:gd name="connsiteX3-39" fmla="*/ 0 w 3433655"/>
              <a:gd name="connsiteY3-40" fmla="*/ 4090244 h 40902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3655" h="4090244">
                <a:moveTo>
                  <a:pt x="0" y="201040"/>
                </a:moveTo>
                <a:lnTo>
                  <a:pt x="322646" y="0"/>
                </a:lnTo>
                <a:lnTo>
                  <a:pt x="3433655" y="1952239"/>
                </a:lnTo>
                <a:lnTo>
                  <a:pt x="0" y="4090244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3" name="任意多边形: 形状 11"/>
          <p:cNvSpPr/>
          <p:nvPr userDrawn="1">
            <p:custDataLst>
              <p:tags r:id="rId20"/>
            </p:custDataLst>
          </p:nvPr>
        </p:nvSpPr>
        <p:spPr>
          <a:xfrm>
            <a:off x="0" y="589438"/>
            <a:ext cx="3437961" cy="4092925"/>
          </a:xfrm>
          <a:custGeom>
            <a:avLst/>
            <a:gdLst>
              <a:gd name="connsiteX0" fmla="*/ 326951 w 3437961"/>
              <a:gd name="connsiteY0" fmla="*/ 0 h 4092925"/>
              <a:gd name="connsiteX1" fmla="*/ 3437961 w 3437961"/>
              <a:gd name="connsiteY1" fmla="*/ 1952239 h 4092925"/>
              <a:gd name="connsiteX2" fmla="*/ 0 w 3437961"/>
              <a:gd name="connsiteY2" fmla="*/ 4092925 h 4092925"/>
              <a:gd name="connsiteX3" fmla="*/ 0 w 3437961"/>
              <a:gd name="connsiteY3" fmla="*/ 203723 h 4092925"/>
              <a:gd name="connsiteX4" fmla="*/ 326951 w 3437961"/>
              <a:gd name="connsiteY4" fmla="*/ 0 h 4092925"/>
              <a:gd name="connsiteX0-1" fmla="*/ 336476 w 3447486"/>
              <a:gd name="connsiteY0-2" fmla="*/ 0 h 4092925"/>
              <a:gd name="connsiteX1-3" fmla="*/ 3447486 w 3447486"/>
              <a:gd name="connsiteY1-4" fmla="*/ 1952239 h 4092925"/>
              <a:gd name="connsiteX2-5" fmla="*/ 9525 w 3447486"/>
              <a:gd name="connsiteY2-6" fmla="*/ 4092925 h 4092925"/>
              <a:gd name="connsiteX3-7" fmla="*/ 0 w 3447486"/>
              <a:gd name="connsiteY3-8" fmla="*/ 1972787 h 4092925"/>
              <a:gd name="connsiteX4-9" fmla="*/ 9525 w 3447486"/>
              <a:gd name="connsiteY4-10" fmla="*/ 203723 h 4092925"/>
              <a:gd name="connsiteX5" fmla="*/ 336476 w 3447486"/>
              <a:gd name="connsiteY5" fmla="*/ 0 h 4092925"/>
              <a:gd name="connsiteX0-11" fmla="*/ 0 w 3447486"/>
              <a:gd name="connsiteY0-12" fmla="*/ 1972787 h 4092925"/>
              <a:gd name="connsiteX1-13" fmla="*/ 9525 w 3447486"/>
              <a:gd name="connsiteY1-14" fmla="*/ 203723 h 4092925"/>
              <a:gd name="connsiteX2-15" fmla="*/ 336476 w 3447486"/>
              <a:gd name="connsiteY2-16" fmla="*/ 0 h 4092925"/>
              <a:gd name="connsiteX3-17" fmla="*/ 3447486 w 3447486"/>
              <a:gd name="connsiteY3-18" fmla="*/ 1952239 h 4092925"/>
              <a:gd name="connsiteX4-19" fmla="*/ 9525 w 3447486"/>
              <a:gd name="connsiteY4-20" fmla="*/ 4092925 h 4092925"/>
              <a:gd name="connsiteX5-21" fmla="*/ 91440 w 3447486"/>
              <a:gd name="connsiteY5-22" fmla="*/ 2064227 h 4092925"/>
              <a:gd name="connsiteX0-23" fmla="*/ 0 w 3447486"/>
              <a:gd name="connsiteY0-24" fmla="*/ 1972787 h 4092925"/>
              <a:gd name="connsiteX1-25" fmla="*/ 9525 w 3447486"/>
              <a:gd name="connsiteY1-26" fmla="*/ 203723 h 4092925"/>
              <a:gd name="connsiteX2-27" fmla="*/ 336476 w 3447486"/>
              <a:gd name="connsiteY2-28" fmla="*/ 0 h 4092925"/>
              <a:gd name="connsiteX3-29" fmla="*/ 3447486 w 3447486"/>
              <a:gd name="connsiteY3-30" fmla="*/ 1952239 h 4092925"/>
              <a:gd name="connsiteX4-31" fmla="*/ 9525 w 3447486"/>
              <a:gd name="connsiteY4-32" fmla="*/ 4092925 h 4092925"/>
              <a:gd name="connsiteX0-33" fmla="*/ 0 w 3437961"/>
              <a:gd name="connsiteY0-34" fmla="*/ 203723 h 4092925"/>
              <a:gd name="connsiteX1-35" fmla="*/ 326951 w 3437961"/>
              <a:gd name="connsiteY1-36" fmla="*/ 0 h 4092925"/>
              <a:gd name="connsiteX2-37" fmla="*/ 3437961 w 3437961"/>
              <a:gd name="connsiteY2-38" fmla="*/ 1952239 h 4092925"/>
              <a:gd name="connsiteX3-39" fmla="*/ 0 w 3437961"/>
              <a:gd name="connsiteY3-40" fmla="*/ 4092925 h 40929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1" h="4092925">
                <a:moveTo>
                  <a:pt x="0" y="203723"/>
                </a:moveTo>
                <a:lnTo>
                  <a:pt x="326951" y="0"/>
                </a:lnTo>
                <a:lnTo>
                  <a:pt x="3437961" y="1952239"/>
                </a:lnTo>
                <a:lnTo>
                  <a:pt x="0" y="409292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21"/>
            </p:custDataLst>
          </p:nvPr>
        </p:nvSpPr>
        <p:spPr>
          <a:xfrm>
            <a:off x="1" y="824734"/>
            <a:ext cx="3433040" cy="4089861"/>
          </a:xfrm>
          <a:custGeom>
            <a:avLst/>
            <a:gdLst>
              <a:gd name="connsiteX0" fmla="*/ 322030 w 3433040"/>
              <a:gd name="connsiteY0" fmla="*/ 0 h 4089861"/>
              <a:gd name="connsiteX1" fmla="*/ 3433040 w 3433040"/>
              <a:gd name="connsiteY1" fmla="*/ 1952239 h 4089861"/>
              <a:gd name="connsiteX2" fmla="*/ 0 w 3433040"/>
              <a:gd name="connsiteY2" fmla="*/ 4089861 h 4089861"/>
              <a:gd name="connsiteX3" fmla="*/ 1 w 3433040"/>
              <a:gd name="connsiteY3" fmla="*/ 200656 h 4089861"/>
              <a:gd name="connsiteX4" fmla="*/ 322030 w 3433040"/>
              <a:gd name="connsiteY4" fmla="*/ 0 h 4089861"/>
              <a:gd name="connsiteX0-1" fmla="*/ 576329 w 3687339"/>
              <a:gd name="connsiteY0-2" fmla="*/ 0 h 4090573"/>
              <a:gd name="connsiteX1-3" fmla="*/ 3687339 w 3687339"/>
              <a:gd name="connsiteY1-4" fmla="*/ 1952239 h 4090573"/>
              <a:gd name="connsiteX2-5" fmla="*/ 254299 w 3687339"/>
              <a:gd name="connsiteY2-6" fmla="*/ 4089861 h 4090573"/>
              <a:gd name="connsiteX3-7" fmla="*/ 254298 w 3687339"/>
              <a:gd name="connsiteY3-8" fmla="*/ 2166116 h 4090573"/>
              <a:gd name="connsiteX4-9" fmla="*/ 254300 w 3687339"/>
              <a:gd name="connsiteY4-10" fmla="*/ 200656 h 4090573"/>
              <a:gd name="connsiteX5" fmla="*/ 576329 w 3687339"/>
              <a:gd name="connsiteY5" fmla="*/ 0 h 4090573"/>
              <a:gd name="connsiteX0-11" fmla="*/ 251040 w 3684081"/>
              <a:gd name="connsiteY0-12" fmla="*/ 2166116 h 4090573"/>
              <a:gd name="connsiteX1-13" fmla="*/ 251042 w 3684081"/>
              <a:gd name="connsiteY1-14" fmla="*/ 200656 h 4090573"/>
              <a:gd name="connsiteX2-15" fmla="*/ 573071 w 3684081"/>
              <a:gd name="connsiteY2-16" fmla="*/ 0 h 4090573"/>
              <a:gd name="connsiteX3-17" fmla="*/ 3684081 w 3684081"/>
              <a:gd name="connsiteY3-18" fmla="*/ 1952239 h 4090573"/>
              <a:gd name="connsiteX4-19" fmla="*/ 251041 w 3684081"/>
              <a:gd name="connsiteY4-20" fmla="*/ 4089861 h 4090573"/>
              <a:gd name="connsiteX5-21" fmla="*/ 342480 w 3684081"/>
              <a:gd name="connsiteY5-22" fmla="*/ 2257556 h 4090573"/>
              <a:gd name="connsiteX0-23" fmla="*/ 23853 w 3456894"/>
              <a:gd name="connsiteY0-24" fmla="*/ 2166116 h 4089861"/>
              <a:gd name="connsiteX1-25" fmla="*/ 23855 w 3456894"/>
              <a:gd name="connsiteY1-26" fmla="*/ 200656 h 4089861"/>
              <a:gd name="connsiteX2-27" fmla="*/ 345884 w 3456894"/>
              <a:gd name="connsiteY2-28" fmla="*/ 0 h 4089861"/>
              <a:gd name="connsiteX3-29" fmla="*/ 3456894 w 3456894"/>
              <a:gd name="connsiteY3-30" fmla="*/ 1952239 h 4089861"/>
              <a:gd name="connsiteX4-31" fmla="*/ 23854 w 3456894"/>
              <a:gd name="connsiteY4-32" fmla="*/ 4089861 h 4089861"/>
              <a:gd name="connsiteX0-33" fmla="*/ 1 w 3433040"/>
              <a:gd name="connsiteY0-34" fmla="*/ 200656 h 4089861"/>
              <a:gd name="connsiteX1-35" fmla="*/ 322030 w 3433040"/>
              <a:gd name="connsiteY1-36" fmla="*/ 0 h 4089861"/>
              <a:gd name="connsiteX2-37" fmla="*/ 3433040 w 3433040"/>
              <a:gd name="connsiteY2-38" fmla="*/ 1952239 h 4089861"/>
              <a:gd name="connsiteX3-39" fmla="*/ 0 w 3433040"/>
              <a:gd name="connsiteY3-40" fmla="*/ 4089861 h 40898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3040" h="4089861">
                <a:moveTo>
                  <a:pt x="1" y="200656"/>
                </a:moveTo>
                <a:lnTo>
                  <a:pt x="322030" y="0"/>
                </a:lnTo>
                <a:lnTo>
                  <a:pt x="3433040" y="1952239"/>
                </a:lnTo>
                <a:lnTo>
                  <a:pt x="0" y="4089861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22"/>
            </p:custDataLst>
          </p:nvPr>
        </p:nvSpPr>
        <p:spPr>
          <a:xfrm>
            <a:off x="1" y="1056966"/>
            <a:ext cx="3425044" cy="4084882"/>
          </a:xfrm>
          <a:custGeom>
            <a:avLst/>
            <a:gdLst>
              <a:gd name="connsiteX0" fmla="*/ 314034 w 3425044"/>
              <a:gd name="connsiteY0" fmla="*/ 0 h 4084882"/>
              <a:gd name="connsiteX1" fmla="*/ 3425044 w 3425044"/>
              <a:gd name="connsiteY1" fmla="*/ 1952239 h 4084882"/>
              <a:gd name="connsiteX2" fmla="*/ 0 w 3425044"/>
              <a:gd name="connsiteY2" fmla="*/ 4084882 h 4084882"/>
              <a:gd name="connsiteX3" fmla="*/ 1 w 3425044"/>
              <a:gd name="connsiteY3" fmla="*/ 195673 h 4084882"/>
              <a:gd name="connsiteX4" fmla="*/ 314034 w 3425044"/>
              <a:gd name="connsiteY4" fmla="*/ 0 h 4084882"/>
              <a:gd name="connsiteX0-1" fmla="*/ 574186 w 3685196"/>
              <a:gd name="connsiteY0-2" fmla="*/ 0 h 4085236"/>
              <a:gd name="connsiteX1-3" fmla="*/ 3685196 w 3685196"/>
              <a:gd name="connsiteY1-4" fmla="*/ 1952239 h 4085236"/>
              <a:gd name="connsiteX2-5" fmla="*/ 260152 w 3685196"/>
              <a:gd name="connsiteY2-6" fmla="*/ 4084882 h 4085236"/>
              <a:gd name="connsiteX3-7" fmla="*/ 241102 w 3685196"/>
              <a:gd name="connsiteY3-8" fmla="*/ 2105334 h 4085236"/>
              <a:gd name="connsiteX4-9" fmla="*/ 260153 w 3685196"/>
              <a:gd name="connsiteY4-10" fmla="*/ 195673 h 4085236"/>
              <a:gd name="connsiteX5" fmla="*/ 574186 w 3685196"/>
              <a:gd name="connsiteY5" fmla="*/ 0 h 4085236"/>
              <a:gd name="connsiteX0-11" fmla="*/ 237625 w 3681719"/>
              <a:gd name="connsiteY0-12" fmla="*/ 2105334 h 4085236"/>
              <a:gd name="connsiteX1-13" fmla="*/ 256676 w 3681719"/>
              <a:gd name="connsiteY1-14" fmla="*/ 195673 h 4085236"/>
              <a:gd name="connsiteX2-15" fmla="*/ 570709 w 3681719"/>
              <a:gd name="connsiteY2-16" fmla="*/ 0 h 4085236"/>
              <a:gd name="connsiteX3-17" fmla="*/ 3681719 w 3681719"/>
              <a:gd name="connsiteY3-18" fmla="*/ 1952239 h 4085236"/>
              <a:gd name="connsiteX4-19" fmla="*/ 256675 w 3681719"/>
              <a:gd name="connsiteY4-20" fmla="*/ 4084882 h 4085236"/>
              <a:gd name="connsiteX5-21" fmla="*/ 329065 w 3681719"/>
              <a:gd name="connsiteY5-22" fmla="*/ 2196774 h 4085236"/>
              <a:gd name="connsiteX0-23" fmla="*/ 11755 w 3455849"/>
              <a:gd name="connsiteY0-24" fmla="*/ 2105334 h 4084882"/>
              <a:gd name="connsiteX1-25" fmla="*/ 30806 w 3455849"/>
              <a:gd name="connsiteY1-26" fmla="*/ 195673 h 4084882"/>
              <a:gd name="connsiteX2-27" fmla="*/ 344839 w 3455849"/>
              <a:gd name="connsiteY2-28" fmla="*/ 0 h 4084882"/>
              <a:gd name="connsiteX3-29" fmla="*/ 3455849 w 3455849"/>
              <a:gd name="connsiteY3-30" fmla="*/ 1952239 h 4084882"/>
              <a:gd name="connsiteX4-31" fmla="*/ 30805 w 3455849"/>
              <a:gd name="connsiteY4-32" fmla="*/ 4084882 h 4084882"/>
              <a:gd name="connsiteX0-33" fmla="*/ 1 w 3425044"/>
              <a:gd name="connsiteY0-34" fmla="*/ 195673 h 4084882"/>
              <a:gd name="connsiteX1-35" fmla="*/ 314034 w 3425044"/>
              <a:gd name="connsiteY1-36" fmla="*/ 0 h 4084882"/>
              <a:gd name="connsiteX2-37" fmla="*/ 3425044 w 3425044"/>
              <a:gd name="connsiteY2-38" fmla="*/ 1952239 h 4084882"/>
              <a:gd name="connsiteX3-39" fmla="*/ 0 w 3425044"/>
              <a:gd name="connsiteY3-40" fmla="*/ 4084882 h 40848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25044" h="4084882">
                <a:moveTo>
                  <a:pt x="1" y="195673"/>
                </a:moveTo>
                <a:lnTo>
                  <a:pt x="314034" y="0"/>
                </a:lnTo>
                <a:lnTo>
                  <a:pt x="3425044" y="1952239"/>
                </a:lnTo>
                <a:lnTo>
                  <a:pt x="0" y="408488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23"/>
            </p:custDataLst>
          </p:nvPr>
        </p:nvSpPr>
        <p:spPr>
          <a:xfrm>
            <a:off x="0" y="1284219"/>
            <a:ext cx="3437961" cy="4092925"/>
          </a:xfrm>
          <a:custGeom>
            <a:avLst/>
            <a:gdLst>
              <a:gd name="connsiteX0" fmla="*/ 326951 w 3437961"/>
              <a:gd name="connsiteY0" fmla="*/ 0 h 4092925"/>
              <a:gd name="connsiteX1" fmla="*/ 3437961 w 3437961"/>
              <a:gd name="connsiteY1" fmla="*/ 1952239 h 4092925"/>
              <a:gd name="connsiteX2" fmla="*/ 0 w 3437961"/>
              <a:gd name="connsiteY2" fmla="*/ 4092925 h 4092925"/>
              <a:gd name="connsiteX3" fmla="*/ 0 w 3437961"/>
              <a:gd name="connsiteY3" fmla="*/ 203723 h 4092925"/>
              <a:gd name="connsiteX4" fmla="*/ 326951 w 3437961"/>
              <a:gd name="connsiteY4" fmla="*/ 0 h 4092925"/>
              <a:gd name="connsiteX0-1" fmla="*/ 346001 w 3457011"/>
              <a:gd name="connsiteY0-2" fmla="*/ 0 h 4092925"/>
              <a:gd name="connsiteX1-3" fmla="*/ 3457011 w 3457011"/>
              <a:gd name="connsiteY1-4" fmla="*/ 1952239 h 4092925"/>
              <a:gd name="connsiteX2-5" fmla="*/ 19050 w 3457011"/>
              <a:gd name="connsiteY2-6" fmla="*/ 4092925 h 4092925"/>
              <a:gd name="connsiteX3-7" fmla="*/ 0 w 3457011"/>
              <a:gd name="connsiteY3-8" fmla="*/ 2106681 h 4092925"/>
              <a:gd name="connsiteX4-9" fmla="*/ 19050 w 3457011"/>
              <a:gd name="connsiteY4-10" fmla="*/ 203723 h 4092925"/>
              <a:gd name="connsiteX5" fmla="*/ 346001 w 3457011"/>
              <a:gd name="connsiteY5" fmla="*/ 0 h 4092925"/>
              <a:gd name="connsiteX0-11" fmla="*/ 0 w 3457011"/>
              <a:gd name="connsiteY0-12" fmla="*/ 2106681 h 4092925"/>
              <a:gd name="connsiteX1-13" fmla="*/ 19050 w 3457011"/>
              <a:gd name="connsiteY1-14" fmla="*/ 203723 h 4092925"/>
              <a:gd name="connsiteX2-15" fmla="*/ 346001 w 3457011"/>
              <a:gd name="connsiteY2-16" fmla="*/ 0 h 4092925"/>
              <a:gd name="connsiteX3-17" fmla="*/ 3457011 w 3457011"/>
              <a:gd name="connsiteY3-18" fmla="*/ 1952239 h 4092925"/>
              <a:gd name="connsiteX4-19" fmla="*/ 19050 w 3457011"/>
              <a:gd name="connsiteY4-20" fmla="*/ 4092925 h 4092925"/>
              <a:gd name="connsiteX5-21" fmla="*/ 91440 w 3457011"/>
              <a:gd name="connsiteY5-22" fmla="*/ 2198121 h 4092925"/>
              <a:gd name="connsiteX0-23" fmla="*/ 0 w 3457011"/>
              <a:gd name="connsiteY0-24" fmla="*/ 2106681 h 4092925"/>
              <a:gd name="connsiteX1-25" fmla="*/ 19050 w 3457011"/>
              <a:gd name="connsiteY1-26" fmla="*/ 203723 h 4092925"/>
              <a:gd name="connsiteX2-27" fmla="*/ 346001 w 3457011"/>
              <a:gd name="connsiteY2-28" fmla="*/ 0 h 4092925"/>
              <a:gd name="connsiteX3-29" fmla="*/ 3457011 w 3457011"/>
              <a:gd name="connsiteY3-30" fmla="*/ 1952239 h 4092925"/>
              <a:gd name="connsiteX4-31" fmla="*/ 19050 w 3457011"/>
              <a:gd name="connsiteY4-32" fmla="*/ 4092925 h 4092925"/>
              <a:gd name="connsiteX0-33" fmla="*/ 0 w 3437961"/>
              <a:gd name="connsiteY0-34" fmla="*/ 203723 h 4092925"/>
              <a:gd name="connsiteX1-35" fmla="*/ 326951 w 3437961"/>
              <a:gd name="connsiteY1-36" fmla="*/ 0 h 4092925"/>
              <a:gd name="connsiteX2-37" fmla="*/ 3437961 w 3437961"/>
              <a:gd name="connsiteY2-38" fmla="*/ 1952239 h 4092925"/>
              <a:gd name="connsiteX3-39" fmla="*/ 0 w 3437961"/>
              <a:gd name="connsiteY3-40" fmla="*/ 4092925 h 40929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1" h="4092925">
                <a:moveTo>
                  <a:pt x="0" y="203723"/>
                </a:moveTo>
                <a:lnTo>
                  <a:pt x="326951" y="0"/>
                </a:lnTo>
                <a:lnTo>
                  <a:pt x="3437961" y="1952239"/>
                </a:lnTo>
                <a:lnTo>
                  <a:pt x="0" y="409292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24"/>
            </p:custDataLst>
          </p:nvPr>
        </p:nvSpPr>
        <p:spPr>
          <a:xfrm>
            <a:off x="1" y="1519515"/>
            <a:ext cx="3437345" cy="4092542"/>
          </a:xfrm>
          <a:custGeom>
            <a:avLst/>
            <a:gdLst>
              <a:gd name="connsiteX0" fmla="*/ 326336 w 3437345"/>
              <a:gd name="connsiteY0" fmla="*/ 0 h 4092542"/>
              <a:gd name="connsiteX1" fmla="*/ 3437345 w 3437345"/>
              <a:gd name="connsiteY1" fmla="*/ 1952239 h 4092542"/>
              <a:gd name="connsiteX2" fmla="*/ 0 w 3437345"/>
              <a:gd name="connsiteY2" fmla="*/ 4092542 h 4092542"/>
              <a:gd name="connsiteX3" fmla="*/ 0 w 3437345"/>
              <a:gd name="connsiteY3" fmla="*/ 203339 h 4092542"/>
              <a:gd name="connsiteX4" fmla="*/ 326336 w 3437345"/>
              <a:gd name="connsiteY4" fmla="*/ 0 h 4092542"/>
              <a:gd name="connsiteX0-1" fmla="*/ 345387 w 3456396"/>
              <a:gd name="connsiteY0-2" fmla="*/ 0 h 4092542"/>
              <a:gd name="connsiteX1-3" fmla="*/ 3456396 w 3456396"/>
              <a:gd name="connsiteY1-4" fmla="*/ 1952239 h 4092542"/>
              <a:gd name="connsiteX2-5" fmla="*/ 19051 w 3456396"/>
              <a:gd name="connsiteY2-6" fmla="*/ 4092542 h 4092542"/>
              <a:gd name="connsiteX3-7" fmla="*/ 0 w 3456396"/>
              <a:gd name="connsiteY3-8" fmla="*/ 2090460 h 4092542"/>
              <a:gd name="connsiteX4-9" fmla="*/ 19051 w 3456396"/>
              <a:gd name="connsiteY4-10" fmla="*/ 203339 h 4092542"/>
              <a:gd name="connsiteX5" fmla="*/ 345387 w 3456396"/>
              <a:gd name="connsiteY5" fmla="*/ 0 h 4092542"/>
              <a:gd name="connsiteX0-11" fmla="*/ 326337 w 3437346"/>
              <a:gd name="connsiteY0-12" fmla="*/ 0 h 4092542"/>
              <a:gd name="connsiteX1-13" fmla="*/ 3437346 w 3437346"/>
              <a:gd name="connsiteY1-14" fmla="*/ 1952239 h 4092542"/>
              <a:gd name="connsiteX2-15" fmla="*/ 1 w 3437346"/>
              <a:gd name="connsiteY2-16" fmla="*/ 4092542 h 4092542"/>
              <a:gd name="connsiteX3-17" fmla="*/ 0 w 3437346"/>
              <a:gd name="connsiteY3-18" fmla="*/ 2138085 h 4092542"/>
              <a:gd name="connsiteX4-19" fmla="*/ 1 w 3437346"/>
              <a:gd name="connsiteY4-20" fmla="*/ 203339 h 4092542"/>
              <a:gd name="connsiteX5-21" fmla="*/ 326337 w 3437346"/>
              <a:gd name="connsiteY5-22" fmla="*/ 0 h 4092542"/>
              <a:gd name="connsiteX0-23" fmla="*/ 0 w 3437346"/>
              <a:gd name="connsiteY0-24" fmla="*/ 2138085 h 4092542"/>
              <a:gd name="connsiteX1-25" fmla="*/ 1 w 3437346"/>
              <a:gd name="connsiteY1-26" fmla="*/ 203339 h 4092542"/>
              <a:gd name="connsiteX2-27" fmla="*/ 326337 w 3437346"/>
              <a:gd name="connsiteY2-28" fmla="*/ 0 h 4092542"/>
              <a:gd name="connsiteX3-29" fmla="*/ 3437346 w 3437346"/>
              <a:gd name="connsiteY3-30" fmla="*/ 1952239 h 4092542"/>
              <a:gd name="connsiteX4-31" fmla="*/ 1 w 3437346"/>
              <a:gd name="connsiteY4-32" fmla="*/ 4092542 h 4092542"/>
              <a:gd name="connsiteX5-33" fmla="*/ 91440 w 3437346"/>
              <a:gd name="connsiteY5-34" fmla="*/ 2229525 h 4092542"/>
              <a:gd name="connsiteX0-35" fmla="*/ 0 w 3437346"/>
              <a:gd name="connsiteY0-36" fmla="*/ 2138085 h 4092542"/>
              <a:gd name="connsiteX1-37" fmla="*/ 1 w 3437346"/>
              <a:gd name="connsiteY1-38" fmla="*/ 203339 h 4092542"/>
              <a:gd name="connsiteX2-39" fmla="*/ 326337 w 3437346"/>
              <a:gd name="connsiteY2-40" fmla="*/ 0 h 4092542"/>
              <a:gd name="connsiteX3-41" fmla="*/ 3437346 w 3437346"/>
              <a:gd name="connsiteY3-42" fmla="*/ 1952239 h 4092542"/>
              <a:gd name="connsiteX4-43" fmla="*/ 1 w 3437346"/>
              <a:gd name="connsiteY4-44" fmla="*/ 4092542 h 4092542"/>
              <a:gd name="connsiteX0-45" fmla="*/ 0 w 3437345"/>
              <a:gd name="connsiteY0-46" fmla="*/ 203339 h 4092542"/>
              <a:gd name="connsiteX1-47" fmla="*/ 326336 w 3437345"/>
              <a:gd name="connsiteY1-48" fmla="*/ 0 h 4092542"/>
              <a:gd name="connsiteX2-49" fmla="*/ 3437345 w 3437345"/>
              <a:gd name="connsiteY2-50" fmla="*/ 1952239 h 4092542"/>
              <a:gd name="connsiteX3-51" fmla="*/ 0 w 3437345"/>
              <a:gd name="connsiteY3-52" fmla="*/ 4092542 h 40925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345" h="4092542">
                <a:moveTo>
                  <a:pt x="0" y="203339"/>
                </a:moveTo>
                <a:lnTo>
                  <a:pt x="326336" y="0"/>
                </a:lnTo>
                <a:lnTo>
                  <a:pt x="3437345" y="1952239"/>
                </a:lnTo>
                <a:lnTo>
                  <a:pt x="0" y="409254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9" name="任意多边形: 形状 38"/>
          <p:cNvSpPr/>
          <p:nvPr userDrawn="1">
            <p:custDataLst>
              <p:tags r:id="rId25"/>
            </p:custDataLst>
          </p:nvPr>
        </p:nvSpPr>
        <p:spPr>
          <a:xfrm>
            <a:off x="0" y="1754428"/>
            <a:ext cx="3437961" cy="4092925"/>
          </a:xfrm>
          <a:custGeom>
            <a:avLst/>
            <a:gdLst>
              <a:gd name="connsiteX0" fmla="*/ 326951 w 3437961"/>
              <a:gd name="connsiteY0" fmla="*/ 0 h 4092925"/>
              <a:gd name="connsiteX1" fmla="*/ 3437961 w 3437961"/>
              <a:gd name="connsiteY1" fmla="*/ 1952239 h 4092925"/>
              <a:gd name="connsiteX2" fmla="*/ 0 w 3437961"/>
              <a:gd name="connsiteY2" fmla="*/ 4092925 h 4092925"/>
              <a:gd name="connsiteX3" fmla="*/ 0 w 3437961"/>
              <a:gd name="connsiteY3" fmla="*/ 203723 h 4092925"/>
              <a:gd name="connsiteX4" fmla="*/ 326951 w 3437961"/>
              <a:gd name="connsiteY4" fmla="*/ 0 h 4092925"/>
              <a:gd name="connsiteX0-1" fmla="*/ 326951 w 3437961"/>
              <a:gd name="connsiteY0-2" fmla="*/ 0 h 4092925"/>
              <a:gd name="connsiteX1-3" fmla="*/ 3437961 w 3437961"/>
              <a:gd name="connsiteY1-4" fmla="*/ 1952239 h 4092925"/>
              <a:gd name="connsiteX2-5" fmla="*/ 0 w 3437961"/>
              <a:gd name="connsiteY2-6" fmla="*/ 4092925 h 4092925"/>
              <a:gd name="connsiteX3-7" fmla="*/ 0 w 3437961"/>
              <a:gd name="connsiteY3-8" fmla="*/ 2065097 h 4092925"/>
              <a:gd name="connsiteX4-9" fmla="*/ 0 w 3437961"/>
              <a:gd name="connsiteY4-10" fmla="*/ 203723 h 4092925"/>
              <a:gd name="connsiteX5" fmla="*/ 326951 w 3437961"/>
              <a:gd name="connsiteY5" fmla="*/ 0 h 4092925"/>
              <a:gd name="connsiteX0-11" fmla="*/ 0 w 3437961"/>
              <a:gd name="connsiteY0-12" fmla="*/ 2065097 h 4092925"/>
              <a:gd name="connsiteX1-13" fmla="*/ 0 w 3437961"/>
              <a:gd name="connsiteY1-14" fmla="*/ 203723 h 4092925"/>
              <a:gd name="connsiteX2-15" fmla="*/ 326951 w 3437961"/>
              <a:gd name="connsiteY2-16" fmla="*/ 0 h 4092925"/>
              <a:gd name="connsiteX3-17" fmla="*/ 3437961 w 3437961"/>
              <a:gd name="connsiteY3-18" fmla="*/ 1952239 h 4092925"/>
              <a:gd name="connsiteX4-19" fmla="*/ 0 w 3437961"/>
              <a:gd name="connsiteY4-20" fmla="*/ 4092925 h 4092925"/>
              <a:gd name="connsiteX5-21" fmla="*/ 91440 w 3437961"/>
              <a:gd name="connsiteY5-22" fmla="*/ 2156537 h 4092925"/>
              <a:gd name="connsiteX0-23" fmla="*/ 0 w 3437961"/>
              <a:gd name="connsiteY0-24" fmla="*/ 2065097 h 4092925"/>
              <a:gd name="connsiteX1-25" fmla="*/ 0 w 3437961"/>
              <a:gd name="connsiteY1-26" fmla="*/ 203723 h 4092925"/>
              <a:gd name="connsiteX2-27" fmla="*/ 326951 w 3437961"/>
              <a:gd name="connsiteY2-28" fmla="*/ 0 h 4092925"/>
              <a:gd name="connsiteX3-29" fmla="*/ 3437961 w 3437961"/>
              <a:gd name="connsiteY3-30" fmla="*/ 1952239 h 4092925"/>
              <a:gd name="connsiteX4-31" fmla="*/ 0 w 3437961"/>
              <a:gd name="connsiteY4-32" fmla="*/ 4092925 h 4092925"/>
              <a:gd name="connsiteX0-33" fmla="*/ 0 w 3437961"/>
              <a:gd name="connsiteY0-34" fmla="*/ 203723 h 4092925"/>
              <a:gd name="connsiteX1-35" fmla="*/ 326951 w 3437961"/>
              <a:gd name="connsiteY1-36" fmla="*/ 0 h 4092925"/>
              <a:gd name="connsiteX2-37" fmla="*/ 3437961 w 3437961"/>
              <a:gd name="connsiteY2-38" fmla="*/ 1952239 h 4092925"/>
              <a:gd name="connsiteX3-39" fmla="*/ 0 w 3437961"/>
              <a:gd name="connsiteY3-40" fmla="*/ 4092925 h 40929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1" h="4092925">
                <a:moveTo>
                  <a:pt x="0" y="203723"/>
                </a:moveTo>
                <a:lnTo>
                  <a:pt x="326951" y="0"/>
                </a:lnTo>
                <a:lnTo>
                  <a:pt x="3437961" y="1952239"/>
                </a:lnTo>
                <a:lnTo>
                  <a:pt x="0" y="409292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4" name="任意多边形: 形状 43"/>
          <p:cNvSpPr/>
          <p:nvPr userDrawn="1">
            <p:custDataLst>
              <p:tags r:id="rId26"/>
            </p:custDataLst>
          </p:nvPr>
        </p:nvSpPr>
        <p:spPr>
          <a:xfrm>
            <a:off x="0" y="1989724"/>
            <a:ext cx="3437961" cy="4092925"/>
          </a:xfrm>
          <a:custGeom>
            <a:avLst/>
            <a:gdLst>
              <a:gd name="connsiteX0" fmla="*/ 326951 w 3437961"/>
              <a:gd name="connsiteY0" fmla="*/ 0 h 4092925"/>
              <a:gd name="connsiteX1" fmla="*/ 3437961 w 3437961"/>
              <a:gd name="connsiteY1" fmla="*/ 1952239 h 4092925"/>
              <a:gd name="connsiteX2" fmla="*/ 0 w 3437961"/>
              <a:gd name="connsiteY2" fmla="*/ 4092925 h 4092925"/>
              <a:gd name="connsiteX3" fmla="*/ 0 w 3437961"/>
              <a:gd name="connsiteY3" fmla="*/ 203723 h 4092925"/>
              <a:gd name="connsiteX4" fmla="*/ 326951 w 3437961"/>
              <a:gd name="connsiteY4" fmla="*/ 0 h 4092925"/>
              <a:gd name="connsiteX0-1" fmla="*/ 336476 w 3447486"/>
              <a:gd name="connsiteY0-2" fmla="*/ 0 h 4092925"/>
              <a:gd name="connsiteX1-3" fmla="*/ 3447486 w 3447486"/>
              <a:gd name="connsiteY1-4" fmla="*/ 1952239 h 4092925"/>
              <a:gd name="connsiteX2-5" fmla="*/ 9525 w 3447486"/>
              <a:gd name="connsiteY2-6" fmla="*/ 4092925 h 4092925"/>
              <a:gd name="connsiteX3-7" fmla="*/ 0 w 3447486"/>
              <a:gd name="connsiteY3-8" fmla="*/ 2058401 h 4092925"/>
              <a:gd name="connsiteX4-9" fmla="*/ 9525 w 3447486"/>
              <a:gd name="connsiteY4-10" fmla="*/ 203723 h 4092925"/>
              <a:gd name="connsiteX5" fmla="*/ 336476 w 3447486"/>
              <a:gd name="connsiteY5" fmla="*/ 0 h 4092925"/>
              <a:gd name="connsiteX0-11" fmla="*/ 0 w 3447486"/>
              <a:gd name="connsiteY0-12" fmla="*/ 2058401 h 4092925"/>
              <a:gd name="connsiteX1-13" fmla="*/ 9525 w 3447486"/>
              <a:gd name="connsiteY1-14" fmla="*/ 203723 h 4092925"/>
              <a:gd name="connsiteX2-15" fmla="*/ 336476 w 3447486"/>
              <a:gd name="connsiteY2-16" fmla="*/ 0 h 4092925"/>
              <a:gd name="connsiteX3-17" fmla="*/ 3447486 w 3447486"/>
              <a:gd name="connsiteY3-18" fmla="*/ 1952239 h 4092925"/>
              <a:gd name="connsiteX4-19" fmla="*/ 9525 w 3447486"/>
              <a:gd name="connsiteY4-20" fmla="*/ 4092925 h 4092925"/>
              <a:gd name="connsiteX5-21" fmla="*/ 91440 w 3447486"/>
              <a:gd name="connsiteY5-22" fmla="*/ 2149841 h 4092925"/>
              <a:gd name="connsiteX0-23" fmla="*/ 0 w 3447486"/>
              <a:gd name="connsiteY0-24" fmla="*/ 2058401 h 4092925"/>
              <a:gd name="connsiteX1-25" fmla="*/ 9525 w 3447486"/>
              <a:gd name="connsiteY1-26" fmla="*/ 203723 h 4092925"/>
              <a:gd name="connsiteX2-27" fmla="*/ 336476 w 3447486"/>
              <a:gd name="connsiteY2-28" fmla="*/ 0 h 4092925"/>
              <a:gd name="connsiteX3-29" fmla="*/ 3447486 w 3447486"/>
              <a:gd name="connsiteY3-30" fmla="*/ 1952239 h 4092925"/>
              <a:gd name="connsiteX4-31" fmla="*/ 9525 w 3447486"/>
              <a:gd name="connsiteY4-32" fmla="*/ 4092925 h 4092925"/>
              <a:gd name="connsiteX0-33" fmla="*/ 0 w 3437961"/>
              <a:gd name="connsiteY0-34" fmla="*/ 203723 h 4092925"/>
              <a:gd name="connsiteX1-35" fmla="*/ 326951 w 3437961"/>
              <a:gd name="connsiteY1-36" fmla="*/ 0 h 4092925"/>
              <a:gd name="connsiteX2-37" fmla="*/ 3437961 w 3437961"/>
              <a:gd name="connsiteY2-38" fmla="*/ 1952239 h 4092925"/>
              <a:gd name="connsiteX3-39" fmla="*/ 0 w 3437961"/>
              <a:gd name="connsiteY3-40" fmla="*/ 4092925 h 40929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1" h="4092925">
                <a:moveTo>
                  <a:pt x="0" y="203723"/>
                </a:moveTo>
                <a:lnTo>
                  <a:pt x="326951" y="0"/>
                </a:lnTo>
                <a:lnTo>
                  <a:pt x="3437961" y="1952239"/>
                </a:lnTo>
                <a:lnTo>
                  <a:pt x="0" y="409292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8" name="任意多边形: 形状 47"/>
          <p:cNvSpPr/>
          <p:nvPr userDrawn="1">
            <p:custDataLst>
              <p:tags r:id="rId27"/>
            </p:custDataLst>
          </p:nvPr>
        </p:nvSpPr>
        <p:spPr>
          <a:xfrm>
            <a:off x="1" y="2225020"/>
            <a:ext cx="3432425" cy="4089477"/>
          </a:xfrm>
          <a:custGeom>
            <a:avLst/>
            <a:gdLst>
              <a:gd name="connsiteX0" fmla="*/ 321416 w 3432425"/>
              <a:gd name="connsiteY0" fmla="*/ 0 h 4089477"/>
              <a:gd name="connsiteX1" fmla="*/ 3432425 w 3432425"/>
              <a:gd name="connsiteY1" fmla="*/ 1952239 h 4089477"/>
              <a:gd name="connsiteX2" fmla="*/ 1 w 3432425"/>
              <a:gd name="connsiteY2" fmla="*/ 4089477 h 4089477"/>
              <a:gd name="connsiteX3" fmla="*/ 0 w 3432425"/>
              <a:gd name="connsiteY3" fmla="*/ 200273 h 4089477"/>
              <a:gd name="connsiteX4" fmla="*/ 321416 w 3432425"/>
              <a:gd name="connsiteY4" fmla="*/ 0 h 4089477"/>
              <a:gd name="connsiteX0-1" fmla="*/ 575669 w 3686678"/>
              <a:gd name="connsiteY0-2" fmla="*/ 0 h 4089477"/>
              <a:gd name="connsiteX1-3" fmla="*/ 3686678 w 3686678"/>
              <a:gd name="connsiteY1-4" fmla="*/ 1952239 h 4089477"/>
              <a:gd name="connsiteX2-5" fmla="*/ 254254 w 3686678"/>
              <a:gd name="connsiteY2-6" fmla="*/ 4089477 h 4089477"/>
              <a:gd name="connsiteX3-7" fmla="*/ 254253 w 3686678"/>
              <a:gd name="connsiteY3-8" fmla="*/ 1956455 h 4089477"/>
              <a:gd name="connsiteX4-9" fmla="*/ 254253 w 3686678"/>
              <a:gd name="connsiteY4-10" fmla="*/ 200273 h 4089477"/>
              <a:gd name="connsiteX5" fmla="*/ 575669 w 3686678"/>
              <a:gd name="connsiteY5" fmla="*/ 0 h 4089477"/>
              <a:gd name="connsiteX0-11" fmla="*/ 250994 w 3683419"/>
              <a:gd name="connsiteY0-12" fmla="*/ 1956455 h 4089477"/>
              <a:gd name="connsiteX1-13" fmla="*/ 250994 w 3683419"/>
              <a:gd name="connsiteY1-14" fmla="*/ 200273 h 4089477"/>
              <a:gd name="connsiteX2-15" fmla="*/ 572410 w 3683419"/>
              <a:gd name="connsiteY2-16" fmla="*/ 0 h 4089477"/>
              <a:gd name="connsiteX3-17" fmla="*/ 3683419 w 3683419"/>
              <a:gd name="connsiteY3-18" fmla="*/ 1952239 h 4089477"/>
              <a:gd name="connsiteX4-19" fmla="*/ 250995 w 3683419"/>
              <a:gd name="connsiteY4-20" fmla="*/ 4089477 h 4089477"/>
              <a:gd name="connsiteX5-21" fmla="*/ 342434 w 3683419"/>
              <a:gd name="connsiteY5-22" fmla="*/ 2047895 h 4089477"/>
              <a:gd name="connsiteX0-23" fmla="*/ 23809 w 3456234"/>
              <a:gd name="connsiteY0-24" fmla="*/ 1956455 h 4089477"/>
              <a:gd name="connsiteX1-25" fmla="*/ 23809 w 3456234"/>
              <a:gd name="connsiteY1-26" fmla="*/ 200273 h 4089477"/>
              <a:gd name="connsiteX2-27" fmla="*/ 345225 w 3456234"/>
              <a:gd name="connsiteY2-28" fmla="*/ 0 h 4089477"/>
              <a:gd name="connsiteX3-29" fmla="*/ 3456234 w 3456234"/>
              <a:gd name="connsiteY3-30" fmla="*/ 1952239 h 4089477"/>
              <a:gd name="connsiteX4-31" fmla="*/ 23810 w 3456234"/>
              <a:gd name="connsiteY4-32" fmla="*/ 4089477 h 4089477"/>
              <a:gd name="connsiteX0-33" fmla="*/ 0 w 3432425"/>
              <a:gd name="connsiteY0-34" fmla="*/ 200273 h 4089477"/>
              <a:gd name="connsiteX1-35" fmla="*/ 321416 w 3432425"/>
              <a:gd name="connsiteY1-36" fmla="*/ 0 h 4089477"/>
              <a:gd name="connsiteX2-37" fmla="*/ 3432425 w 3432425"/>
              <a:gd name="connsiteY2-38" fmla="*/ 1952239 h 4089477"/>
              <a:gd name="connsiteX3-39" fmla="*/ 1 w 3432425"/>
              <a:gd name="connsiteY3-40" fmla="*/ 4089477 h 40894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2425" h="4089477">
                <a:moveTo>
                  <a:pt x="0" y="200273"/>
                </a:moveTo>
                <a:lnTo>
                  <a:pt x="321416" y="0"/>
                </a:lnTo>
                <a:lnTo>
                  <a:pt x="3432425" y="1952239"/>
                </a:lnTo>
                <a:lnTo>
                  <a:pt x="1" y="408947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1" name="任意多边形: 形状 50"/>
          <p:cNvSpPr/>
          <p:nvPr userDrawn="1">
            <p:custDataLst>
              <p:tags r:id="rId28"/>
            </p:custDataLst>
          </p:nvPr>
        </p:nvSpPr>
        <p:spPr>
          <a:xfrm>
            <a:off x="0" y="2456868"/>
            <a:ext cx="3431808" cy="4089095"/>
          </a:xfrm>
          <a:custGeom>
            <a:avLst/>
            <a:gdLst>
              <a:gd name="connsiteX0" fmla="*/ 320799 w 3431808"/>
              <a:gd name="connsiteY0" fmla="*/ 0 h 4089095"/>
              <a:gd name="connsiteX1" fmla="*/ 3431808 w 3431808"/>
              <a:gd name="connsiteY1" fmla="*/ 1952240 h 4089095"/>
              <a:gd name="connsiteX2" fmla="*/ 0 w 3431808"/>
              <a:gd name="connsiteY2" fmla="*/ 4089095 h 4089095"/>
              <a:gd name="connsiteX3" fmla="*/ 0 w 3431808"/>
              <a:gd name="connsiteY3" fmla="*/ 199889 h 4089095"/>
              <a:gd name="connsiteX4" fmla="*/ 320799 w 3431808"/>
              <a:gd name="connsiteY4" fmla="*/ 0 h 4089095"/>
              <a:gd name="connsiteX0-1" fmla="*/ 330325 w 3441334"/>
              <a:gd name="connsiteY0-2" fmla="*/ 0 h 4089095"/>
              <a:gd name="connsiteX1-3" fmla="*/ 3441334 w 3441334"/>
              <a:gd name="connsiteY1-4" fmla="*/ 1952240 h 4089095"/>
              <a:gd name="connsiteX2-5" fmla="*/ 9526 w 3441334"/>
              <a:gd name="connsiteY2-6" fmla="*/ 4089095 h 4089095"/>
              <a:gd name="connsiteX3-7" fmla="*/ 0 w 3441334"/>
              <a:gd name="connsiteY3-8" fmla="*/ 1867482 h 4089095"/>
              <a:gd name="connsiteX4-9" fmla="*/ 9526 w 3441334"/>
              <a:gd name="connsiteY4-10" fmla="*/ 199889 h 4089095"/>
              <a:gd name="connsiteX5" fmla="*/ 330325 w 3441334"/>
              <a:gd name="connsiteY5" fmla="*/ 0 h 4089095"/>
              <a:gd name="connsiteX0-11" fmla="*/ 341330 w 3452339"/>
              <a:gd name="connsiteY0-12" fmla="*/ 0 h 4089095"/>
              <a:gd name="connsiteX1-13" fmla="*/ 3452339 w 3452339"/>
              <a:gd name="connsiteY1-14" fmla="*/ 1952240 h 4089095"/>
              <a:gd name="connsiteX2-15" fmla="*/ 20531 w 3452339"/>
              <a:gd name="connsiteY2-16" fmla="*/ 4089095 h 4089095"/>
              <a:gd name="connsiteX3-17" fmla="*/ 11005 w 3452339"/>
              <a:gd name="connsiteY3-18" fmla="*/ 1867482 h 4089095"/>
              <a:gd name="connsiteX4-19" fmla="*/ 30055 w 3452339"/>
              <a:gd name="connsiteY4-20" fmla="*/ 1877007 h 4089095"/>
              <a:gd name="connsiteX5-21" fmla="*/ 20531 w 3452339"/>
              <a:gd name="connsiteY5-22" fmla="*/ 199889 h 4089095"/>
              <a:gd name="connsiteX6" fmla="*/ 341330 w 3452339"/>
              <a:gd name="connsiteY6" fmla="*/ 0 h 4089095"/>
              <a:gd name="connsiteX0-23" fmla="*/ 348007 w 3459016"/>
              <a:gd name="connsiteY0-24" fmla="*/ 0 h 4089095"/>
              <a:gd name="connsiteX1-25" fmla="*/ 3459016 w 3459016"/>
              <a:gd name="connsiteY1-26" fmla="*/ 1952240 h 4089095"/>
              <a:gd name="connsiteX2-27" fmla="*/ 27208 w 3459016"/>
              <a:gd name="connsiteY2-28" fmla="*/ 4089095 h 4089095"/>
              <a:gd name="connsiteX3-29" fmla="*/ 17682 w 3459016"/>
              <a:gd name="connsiteY3-30" fmla="*/ 1867482 h 4089095"/>
              <a:gd name="connsiteX4-31" fmla="*/ 27208 w 3459016"/>
              <a:gd name="connsiteY4-32" fmla="*/ 199889 h 4089095"/>
              <a:gd name="connsiteX5-33" fmla="*/ 348007 w 3459016"/>
              <a:gd name="connsiteY5-34" fmla="*/ 0 h 4089095"/>
              <a:gd name="connsiteX0-35" fmla="*/ 17682 w 3459016"/>
              <a:gd name="connsiteY0-36" fmla="*/ 1867482 h 4089095"/>
              <a:gd name="connsiteX1-37" fmla="*/ 27208 w 3459016"/>
              <a:gd name="connsiteY1-38" fmla="*/ 199889 h 4089095"/>
              <a:gd name="connsiteX2-39" fmla="*/ 348007 w 3459016"/>
              <a:gd name="connsiteY2-40" fmla="*/ 0 h 4089095"/>
              <a:gd name="connsiteX3-41" fmla="*/ 3459016 w 3459016"/>
              <a:gd name="connsiteY3-42" fmla="*/ 1952240 h 4089095"/>
              <a:gd name="connsiteX4-43" fmla="*/ 27208 w 3459016"/>
              <a:gd name="connsiteY4-44" fmla="*/ 4089095 h 4089095"/>
              <a:gd name="connsiteX5-45" fmla="*/ 109122 w 3459016"/>
              <a:gd name="connsiteY5-46" fmla="*/ 1958922 h 4089095"/>
              <a:gd name="connsiteX0-47" fmla="*/ 17682 w 3459016"/>
              <a:gd name="connsiteY0-48" fmla="*/ 1867482 h 4089095"/>
              <a:gd name="connsiteX1-49" fmla="*/ 27208 w 3459016"/>
              <a:gd name="connsiteY1-50" fmla="*/ 199889 h 4089095"/>
              <a:gd name="connsiteX2-51" fmla="*/ 348007 w 3459016"/>
              <a:gd name="connsiteY2-52" fmla="*/ 0 h 4089095"/>
              <a:gd name="connsiteX3-53" fmla="*/ 3459016 w 3459016"/>
              <a:gd name="connsiteY3-54" fmla="*/ 1952240 h 4089095"/>
              <a:gd name="connsiteX4-55" fmla="*/ 27208 w 3459016"/>
              <a:gd name="connsiteY4-56" fmla="*/ 4089095 h 4089095"/>
              <a:gd name="connsiteX0-57" fmla="*/ 335 w 3479769"/>
              <a:gd name="connsiteY0-58" fmla="*/ 1877007 h 4089095"/>
              <a:gd name="connsiteX1-59" fmla="*/ 47961 w 3479769"/>
              <a:gd name="connsiteY1-60" fmla="*/ 199889 h 4089095"/>
              <a:gd name="connsiteX2-61" fmla="*/ 368760 w 3479769"/>
              <a:gd name="connsiteY2-62" fmla="*/ 0 h 4089095"/>
              <a:gd name="connsiteX3-63" fmla="*/ 3479769 w 3479769"/>
              <a:gd name="connsiteY3-64" fmla="*/ 1952240 h 4089095"/>
              <a:gd name="connsiteX4-65" fmla="*/ 47961 w 3479769"/>
              <a:gd name="connsiteY4-66" fmla="*/ 4089095 h 4089095"/>
              <a:gd name="connsiteX0-67" fmla="*/ 0 w 3431808"/>
              <a:gd name="connsiteY0-68" fmla="*/ 199889 h 4089095"/>
              <a:gd name="connsiteX1-69" fmla="*/ 320799 w 3431808"/>
              <a:gd name="connsiteY1-70" fmla="*/ 0 h 4089095"/>
              <a:gd name="connsiteX2-71" fmla="*/ 3431808 w 3431808"/>
              <a:gd name="connsiteY2-72" fmla="*/ 1952240 h 4089095"/>
              <a:gd name="connsiteX3-73" fmla="*/ 0 w 3431808"/>
              <a:gd name="connsiteY3-74" fmla="*/ 4089095 h 4089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1808" h="4089095">
                <a:moveTo>
                  <a:pt x="0" y="199889"/>
                </a:moveTo>
                <a:lnTo>
                  <a:pt x="320799" y="0"/>
                </a:lnTo>
                <a:lnTo>
                  <a:pt x="3431808" y="1952240"/>
                </a:lnTo>
                <a:lnTo>
                  <a:pt x="0" y="408909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4" name="任意多边形: 形状 53"/>
          <p:cNvSpPr/>
          <p:nvPr userDrawn="1">
            <p:custDataLst>
              <p:tags r:id="rId29"/>
            </p:custDataLst>
          </p:nvPr>
        </p:nvSpPr>
        <p:spPr>
          <a:xfrm>
            <a:off x="1" y="2688334"/>
            <a:ext cx="3437960" cy="4092925"/>
          </a:xfrm>
          <a:custGeom>
            <a:avLst/>
            <a:gdLst>
              <a:gd name="connsiteX0" fmla="*/ 326951 w 3437960"/>
              <a:gd name="connsiteY0" fmla="*/ 0 h 4092925"/>
              <a:gd name="connsiteX1" fmla="*/ 3437960 w 3437960"/>
              <a:gd name="connsiteY1" fmla="*/ 1952240 h 4092925"/>
              <a:gd name="connsiteX2" fmla="*/ 0 w 3437960"/>
              <a:gd name="connsiteY2" fmla="*/ 4092925 h 4092925"/>
              <a:gd name="connsiteX3" fmla="*/ 0 w 3437960"/>
              <a:gd name="connsiteY3" fmla="*/ 203723 h 4092925"/>
              <a:gd name="connsiteX4" fmla="*/ 326951 w 3437960"/>
              <a:gd name="connsiteY4" fmla="*/ 0 h 4092925"/>
              <a:gd name="connsiteX0-1" fmla="*/ 326952 w 3437961"/>
              <a:gd name="connsiteY0-2" fmla="*/ 0 h 4092925"/>
              <a:gd name="connsiteX1-3" fmla="*/ 3437961 w 3437961"/>
              <a:gd name="connsiteY1-4" fmla="*/ 1952240 h 4092925"/>
              <a:gd name="connsiteX2-5" fmla="*/ 1 w 3437961"/>
              <a:gd name="connsiteY2-6" fmla="*/ 4092925 h 4092925"/>
              <a:gd name="connsiteX3-7" fmla="*/ 0 w 3437961"/>
              <a:gd name="connsiteY3-8" fmla="*/ 1721741 h 4092925"/>
              <a:gd name="connsiteX4-9" fmla="*/ 1 w 3437961"/>
              <a:gd name="connsiteY4-10" fmla="*/ 203723 h 4092925"/>
              <a:gd name="connsiteX5" fmla="*/ 326952 w 3437961"/>
              <a:gd name="connsiteY5" fmla="*/ 0 h 4092925"/>
              <a:gd name="connsiteX0-11" fmla="*/ 0 w 3437961"/>
              <a:gd name="connsiteY0-12" fmla="*/ 1721741 h 4092925"/>
              <a:gd name="connsiteX1-13" fmla="*/ 1 w 3437961"/>
              <a:gd name="connsiteY1-14" fmla="*/ 203723 h 4092925"/>
              <a:gd name="connsiteX2-15" fmla="*/ 326952 w 3437961"/>
              <a:gd name="connsiteY2-16" fmla="*/ 0 h 4092925"/>
              <a:gd name="connsiteX3-17" fmla="*/ 3437961 w 3437961"/>
              <a:gd name="connsiteY3-18" fmla="*/ 1952240 h 4092925"/>
              <a:gd name="connsiteX4-19" fmla="*/ 1 w 3437961"/>
              <a:gd name="connsiteY4-20" fmla="*/ 4092925 h 4092925"/>
              <a:gd name="connsiteX5-21" fmla="*/ 91440 w 3437961"/>
              <a:gd name="connsiteY5-22" fmla="*/ 1813181 h 4092925"/>
              <a:gd name="connsiteX0-23" fmla="*/ 0 w 3437961"/>
              <a:gd name="connsiteY0-24" fmla="*/ 1721741 h 4092925"/>
              <a:gd name="connsiteX1-25" fmla="*/ 1 w 3437961"/>
              <a:gd name="connsiteY1-26" fmla="*/ 203723 h 4092925"/>
              <a:gd name="connsiteX2-27" fmla="*/ 326952 w 3437961"/>
              <a:gd name="connsiteY2-28" fmla="*/ 0 h 4092925"/>
              <a:gd name="connsiteX3-29" fmla="*/ 3437961 w 3437961"/>
              <a:gd name="connsiteY3-30" fmla="*/ 1952240 h 4092925"/>
              <a:gd name="connsiteX4-31" fmla="*/ 1 w 3437961"/>
              <a:gd name="connsiteY4-32" fmla="*/ 4092925 h 4092925"/>
              <a:gd name="connsiteX0-33" fmla="*/ 0 w 3437960"/>
              <a:gd name="connsiteY0-34" fmla="*/ 203723 h 4092925"/>
              <a:gd name="connsiteX1-35" fmla="*/ 326951 w 3437960"/>
              <a:gd name="connsiteY1-36" fmla="*/ 0 h 4092925"/>
              <a:gd name="connsiteX2-37" fmla="*/ 3437960 w 3437960"/>
              <a:gd name="connsiteY2-38" fmla="*/ 1952240 h 4092925"/>
              <a:gd name="connsiteX3-39" fmla="*/ 0 w 3437960"/>
              <a:gd name="connsiteY3-40" fmla="*/ 4092925 h 40929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0" h="4092925">
                <a:moveTo>
                  <a:pt x="0" y="203723"/>
                </a:moveTo>
                <a:lnTo>
                  <a:pt x="326951" y="0"/>
                </a:lnTo>
                <a:lnTo>
                  <a:pt x="3437960" y="1952240"/>
                </a:lnTo>
                <a:lnTo>
                  <a:pt x="0" y="409292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7" name="任意多边形: 形状 56"/>
          <p:cNvSpPr/>
          <p:nvPr userDrawn="1">
            <p:custDataLst>
              <p:tags r:id="rId30"/>
            </p:custDataLst>
          </p:nvPr>
        </p:nvSpPr>
        <p:spPr>
          <a:xfrm>
            <a:off x="1" y="2923635"/>
            <a:ext cx="3437960" cy="3934365"/>
          </a:xfrm>
          <a:custGeom>
            <a:avLst/>
            <a:gdLst>
              <a:gd name="connsiteX0" fmla="*/ 326951 w 3437961"/>
              <a:gd name="connsiteY0" fmla="*/ 0 h 3934365"/>
              <a:gd name="connsiteX1" fmla="*/ 3437961 w 3437961"/>
              <a:gd name="connsiteY1" fmla="*/ 1952239 h 3934365"/>
              <a:gd name="connsiteX2" fmla="*/ 254650 w 3437961"/>
              <a:gd name="connsiteY2" fmla="*/ 3934365 h 3934365"/>
              <a:gd name="connsiteX3" fmla="*/ 0 w 3437961"/>
              <a:gd name="connsiteY3" fmla="*/ 3934365 h 3934365"/>
              <a:gd name="connsiteX4" fmla="*/ 1 w 3437961"/>
              <a:gd name="connsiteY4" fmla="*/ 203722 h 3934365"/>
              <a:gd name="connsiteX5" fmla="*/ 326951 w 3437961"/>
              <a:gd name="connsiteY5" fmla="*/ 0 h 3934365"/>
              <a:gd name="connsiteX0-1" fmla="*/ 351168 w 3462178"/>
              <a:gd name="connsiteY0-2" fmla="*/ 0 h 3934365"/>
              <a:gd name="connsiteX1-3" fmla="*/ 3462178 w 3462178"/>
              <a:gd name="connsiteY1-4" fmla="*/ 1952239 h 3934365"/>
              <a:gd name="connsiteX2-5" fmla="*/ 278867 w 3462178"/>
              <a:gd name="connsiteY2-6" fmla="*/ 3934365 h 3934365"/>
              <a:gd name="connsiteX3-7" fmla="*/ 24217 w 3462178"/>
              <a:gd name="connsiteY3-8" fmla="*/ 3934365 h 3934365"/>
              <a:gd name="connsiteX4-9" fmla="*/ 24218 w 3462178"/>
              <a:gd name="connsiteY4-10" fmla="*/ 1762665 h 3934365"/>
              <a:gd name="connsiteX5-11" fmla="*/ 24218 w 3462178"/>
              <a:gd name="connsiteY5-12" fmla="*/ 203722 h 3934365"/>
              <a:gd name="connsiteX6" fmla="*/ 351168 w 3462178"/>
              <a:gd name="connsiteY6" fmla="*/ 0 h 3934365"/>
              <a:gd name="connsiteX0-13" fmla="*/ 24218 w 3462178"/>
              <a:gd name="connsiteY0-14" fmla="*/ 1762665 h 3934365"/>
              <a:gd name="connsiteX1-15" fmla="*/ 24218 w 3462178"/>
              <a:gd name="connsiteY1-16" fmla="*/ 203722 h 3934365"/>
              <a:gd name="connsiteX2-17" fmla="*/ 351168 w 3462178"/>
              <a:gd name="connsiteY2-18" fmla="*/ 0 h 3934365"/>
              <a:gd name="connsiteX3-19" fmla="*/ 3462178 w 3462178"/>
              <a:gd name="connsiteY3-20" fmla="*/ 1952239 h 3934365"/>
              <a:gd name="connsiteX4-21" fmla="*/ 278867 w 3462178"/>
              <a:gd name="connsiteY4-22" fmla="*/ 3934365 h 3934365"/>
              <a:gd name="connsiteX5-23" fmla="*/ 24217 w 3462178"/>
              <a:gd name="connsiteY5-24" fmla="*/ 3934365 h 3934365"/>
              <a:gd name="connsiteX6-25" fmla="*/ 115658 w 3462178"/>
              <a:gd name="connsiteY6-26" fmla="*/ 1854105 h 3934365"/>
              <a:gd name="connsiteX0-27" fmla="*/ 24218 w 3462178"/>
              <a:gd name="connsiteY0-28" fmla="*/ 1762665 h 3934365"/>
              <a:gd name="connsiteX1-29" fmla="*/ 24218 w 3462178"/>
              <a:gd name="connsiteY1-30" fmla="*/ 203722 h 3934365"/>
              <a:gd name="connsiteX2-31" fmla="*/ 351168 w 3462178"/>
              <a:gd name="connsiteY2-32" fmla="*/ 0 h 3934365"/>
              <a:gd name="connsiteX3-33" fmla="*/ 3462178 w 3462178"/>
              <a:gd name="connsiteY3-34" fmla="*/ 1952239 h 3934365"/>
              <a:gd name="connsiteX4-35" fmla="*/ 278867 w 3462178"/>
              <a:gd name="connsiteY4-36" fmla="*/ 3934365 h 3934365"/>
              <a:gd name="connsiteX5-37" fmla="*/ 24217 w 3462178"/>
              <a:gd name="connsiteY5-38" fmla="*/ 3934365 h 3934365"/>
              <a:gd name="connsiteX0-39" fmla="*/ 1 w 3437961"/>
              <a:gd name="connsiteY0-40" fmla="*/ 203722 h 3934365"/>
              <a:gd name="connsiteX1-41" fmla="*/ 326951 w 3437961"/>
              <a:gd name="connsiteY1-42" fmla="*/ 0 h 3934365"/>
              <a:gd name="connsiteX2-43" fmla="*/ 3437961 w 3437961"/>
              <a:gd name="connsiteY2-44" fmla="*/ 1952239 h 3934365"/>
              <a:gd name="connsiteX3-45" fmla="*/ 254650 w 3437961"/>
              <a:gd name="connsiteY3-46" fmla="*/ 3934365 h 3934365"/>
              <a:gd name="connsiteX4-47" fmla="*/ 0 w 3437961"/>
              <a:gd name="connsiteY4-48" fmla="*/ 3934365 h 3934365"/>
              <a:gd name="connsiteX0-49" fmla="*/ 0 w 3437960"/>
              <a:gd name="connsiteY0-50" fmla="*/ 203722 h 3934365"/>
              <a:gd name="connsiteX1-51" fmla="*/ 326950 w 3437960"/>
              <a:gd name="connsiteY1-52" fmla="*/ 0 h 3934365"/>
              <a:gd name="connsiteX2-53" fmla="*/ 3437960 w 3437960"/>
              <a:gd name="connsiteY2-54" fmla="*/ 1952239 h 3934365"/>
              <a:gd name="connsiteX3-55" fmla="*/ 254649 w 3437960"/>
              <a:gd name="connsiteY3-56" fmla="*/ 3934365 h 39343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0" h="3934365">
                <a:moveTo>
                  <a:pt x="0" y="203722"/>
                </a:moveTo>
                <a:lnTo>
                  <a:pt x="326950" y="0"/>
                </a:lnTo>
                <a:lnTo>
                  <a:pt x="3437960" y="1952239"/>
                </a:lnTo>
                <a:lnTo>
                  <a:pt x="254649" y="393436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31"/>
            </p:custDataLst>
          </p:nvPr>
        </p:nvSpPr>
        <p:spPr>
          <a:xfrm>
            <a:off x="4823883" y="3530600"/>
            <a:ext cx="6352117" cy="1524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/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32"/>
            </p:custDataLst>
          </p:nvPr>
        </p:nvSpPr>
        <p:spPr>
          <a:xfrm>
            <a:off x="9648825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spc="0"/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4"/>
          <p:cNvSpPr>
            <a:spLocks noGrp="1"/>
          </p:cNvSpPr>
          <p:nvPr>
            <p:ph type="ftr" sz="quarter" idx="16385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6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53" name="任意多边形: 形状 37"/>
          <p:cNvSpPr/>
          <p:nvPr userDrawn="1">
            <p:custDataLst>
              <p:tags r:id="rId4"/>
            </p:custDataLst>
          </p:nvPr>
        </p:nvSpPr>
        <p:spPr>
          <a:xfrm>
            <a:off x="0" y="4316095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7" name="任意多边形: 形状 37"/>
          <p:cNvSpPr/>
          <p:nvPr userDrawn="1">
            <p:custDataLst>
              <p:tags r:id="rId5"/>
            </p:custDataLst>
          </p:nvPr>
        </p:nvSpPr>
        <p:spPr>
          <a:xfrm>
            <a:off x="0" y="4511675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8" name="任意多边形: 形状 37"/>
          <p:cNvSpPr/>
          <p:nvPr userDrawn="1">
            <p:custDataLst>
              <p:tags r:id="rId6"/>
            </p:custDataLst>
          </p:nvPr>
        </p:nvSpPr>
        <p:spPr>
          <a:xfrm>
            <a:off x="0" y="4707890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9" name="任意多边形: 形状 37"/>
          <p:cNvSpPr/>
          <p:nvPr userDrawn="1">
            <p:custDataLst>
              <p:tags r:id="rId7"/>
            </p:custDataLst>
          </p:nvPr>
        </p:nvSpPr>
        <p:spPr>
          <a:xfrm>
            <a:off x="0" y="4903470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0" name="任意多边形: 形状 37"/>
          <p:cNvSpPr/>
          <p:nvPr userDrawn="1">
            <p:custDataLst>
              <p:tags r:id="rId8"/>
            </p:custDataLst>
          </p:nvPr>
        </p:nvSpPr>
        <p:spPr>
          <a:xfrm>
            <a:off x="0" y="5099685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1" name="任意多边形: 形状 37"/>
          <p:cNvSpPr/>
          <p:nvPr userDrawn="1">
            <p:custDataLst>
              <p:tags r:id="rId9"/>
            </p:custDataLst>
          </p:nvPr>
        </p:nvSpPr>
        <p:spPr>
          <a:xfrm>
            <a:off x="0" y="5295265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2" name="任意多边形: 形状 37"/>
          <p:cNvSpPr/>
          <p:nvPr userDrawn="1">
            <p:custDataLst>
              <p:tags r:id="rId10"/>
            </p:custDataLst>
          </p:nvPr>
        </p:nvSpPr>
        <p:spPr>
          <a:xfrm>
            <a:off x="0" y="5491480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3" name="任意多边形: 形状 37"/>
          <p:cNvSpPr/>
          <p:nvPr userDrawn="1">
            <p:custDataLst>
              <p:tags r:id="rId11"/>
            </p:custDataLst>
          </p:nvPr>
        </p:nvSpPr>
        <p:spPr>
          <a:xfrm>
            <a:off x="0" y="5687060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4" name="任意多边形: 形状 37"/>
          <p:cNvSpPr/>
          <p:nvPr userDrawn="1">
            <p:custDataLst>
              <p:tags r:id="rId12"/>
            </p:custDataLst>
          </p:nvPr>
        </p:nvSpPr>
        <p:spPr>
          <a:xfrm>
            <a:off x="0" y="5882640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5" name="任意多边形: 形状 37"/>
          <p:cNvSpPr/>
          <p:nvPr userDrawn="1">
            <p:custDataLst>
              <p:tags r:id="rId13"/>
            </p:custDataLst>
          </p:nvPr>
        </p:nvSpPr>
        <p:spPr>
          <a:xfrm>
            <a:off x="0" y="6078855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6" name="任意多边形: 形状 37"/>
          <p:cNvSpPr/>
          <p:nvPr userDrawn="1">
            <p:custDataLst>
              <p:tags r:id="rId14"/>
            </p:custDataLst>
          </p:nvPr>
        </p:nvSpPr>
        <p:spPr>
          <a:xfrm>
            <a:off x="0" y="6274435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7" name="任意多边形: 形状 37"/>
          <p:cNvSpPr/>
          <p:nvPr userDrawn="1">
            <p:custDataLst>
              <p:tags r:id="rId15"/>
            </p:custDataLst>
          </p:nvPr>
        </p:nvSpPr>
        <p:spPr>
          <a:xfrm>
            <a:off x="0" y="6470650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8" name="任意多边形: 形状 37"/>
          <p:cNvSpPr/>
          <p:nvPr userDrawn="1">
            <p:custDataLst>
              <p:tags r:id="rId16"/>
            </p:custDataLst>
          </p:nvPr>
        </p:nvSpPr>
        <p:spPr>
          <a:xfrm>
            <a:off x="0" y="6666230"/>
            <a:ext cx="235585" cy="142875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0" name="日期占位符 189"/>
          <p:cNvSpPr>
            <a:spLocks noGrp="1"/>
          </p:cNvSpPr>
          <p:nvPr userDrawn="1">
            <p:ph type="dt" sz="half" idx="16387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任意多边形: 形状 306"/>
          <p:cNvSpPr/>
          <p:nvPr userDrawn="1">
            <p:custDataLst>
              <p:tags r:id="rId18"/>
            </p:custDataLst>
          </p:nvPr>
        </p:nvSpPr>
        <p:spPr>
          <a:xfrm>
            <a:off x="226695" y="6675755"/>
            <a:ext cx="290830" cy="182245"/>
          </a:xfrm>
          <a:custGeom>
            <a:avLst/>
            <a:gdLst>
              <a:gd name="connsiteX0" fmla="*/ 0 w 458"/>
              <a:gd name="connsiteY0" fmla="*/ 287 h 287"/>
              <a:gd name="connsiteX1" fmla="*/ 458 w 458"/>
              <a:gd name="connsiteY1" fmla="*/ 0 h 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8" h="287">
                <a:moveTo>
                  <a:pt x="0" y="287"/>
                </a:moveTo>
                <a:lnTo>
                  <a:pt x="458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3" name="任意多边形: 形状 307"/>
          <p:cNvSpPr/>
          <p:nvPr userDrawn="1">
            <p:custDataLst>
              <p:tags r:id="rId19"/>
            </p:custDataLst>
          </p:nvPr>
        </p:nvSpPr>
        <p:spPr>
          <a:xfrm>
            <a:off x="516890" y="6685280"/>
            <a:ext cx="290195" cy="17272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7" name="任意多边形: 形状 307"/>
          <p:cNvSpPr/>
          <p:nvPr userDrawn="1">
            <p:custDataLst>
              <p:tags r:id="rId20"/>
            </p:custDataLst>
          </p:nvPr>
        </p:nvSpPr>
        <p:spPr>
          <a:xfrm>
            <a:off x="2254250" y="6685280"/>
            <a:ext cx="290195" cy="17272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8" name="任意多边形: 形状 307"/>
          <p:cNvSpPr/>
          <p:nvPr userDrawn="1">
            <p:custDataLst>
              <p:tags r:id="rId21"/>
            </p:custDataLst>
          </p:nvPr>
        </p:nvSpPr>
        <p:spPr>
          <a:xfrm>
            <a:off x="2543810" y="6685280"/>
            <a:ext cx="290195" cy="17272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9" name="任意多边形: 形状 307"/>
          <p:cNvSpPr/>
          <p:nvPr userDrawn="1">
            <p:custDataLst>
              <p:tags r:id="rId22"/>
            </p:custDataLst>
          </p:nvPr>
        </p:nvSpPr>
        <p:spPr>
          <a:xfrm>
            <a:off x="2833370" y="6685280"/>
            <a:ext cx="290195" cy="17272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1" name="任意多边形: 形状 307"/>
          <p:cNvSpPr/>
          <p:nvPr userDrawn="1">
            <p:custDataLst>
              <p:tags r:id="rId23"/>
            </p:custDataLst>
          </p:nvPr>
        </p:nvSpPr>
        <p:spPr>
          <a:xfrm>
            <a:off x="1964690" y="6685280"/>
            <a:ext cx="290195" cy="17272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2" name="任意多边形: 形状 307"/>
          <p:cNvSpPr/>
          <p:nvPr userDrawn="1">
            <p:custDataLst>
              <p:tags r:id="rId24"/>
            </p:custDataLst>
          </p:nvPr>
        </p:nvSpPr>
        <p:spPr>
          <a:xfrm>
            <a:off x="1675130" y="6685280"/>
            <a:ext cx="290195" cy="17272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3" name="任意多边形: 形状 307"/>
          <p:cNvSpPr/>
          <p:nvPr userDrawn="1">
            <p:custDataLst>
              <p:tags r:id="rId25"/>
            </p:custDataLst>
          </p:nvPr>
        </p:nvSpPr>
        <p:spPr>
          <a:xfrm>
            <a:off x="1385570" y="6685280"/>
            <a:ext cx="290195" cy="17272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4" name="任意多边形: 形状 307"/>
          <p:cNvSpPr/>
          <p:nvPr userDrawn="1">
            <p:custDataLst>
              <p:tags r:id="rId26"/>
            </p:custDataLst>
          </p:nvPr>
        </p:nvSpPr>
        <p:spPr>
          <a:xfrm>
            <a:off x="1096010" y="6685280"/>
            <a:ext cx="290195" cy="17272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5" name="任意多边形: 形状 307"/>
          <p:cNvSpPr/>
          <p:nvPr userDrawn="1">
            <p:custDataLst>
              <p:tags r:id="rId27"/>
            </p:custDataLst>
          </p:nvPr>
        </p:nvSpPr>
        <p:spPr>
          <a:xfrm>
            <a:off x="806450" y="6685280"/>
            <a:ext cx="290195" cy="17272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任意多边形: 形状 6"/>
          <p:cNvSpPr/>
          <p:nvPr userDrawn="1">
            <p:custDataLst>
              <p:tags r:id="rId28"/>
            </p:custDataLst>
          </p:nvPr>
        </p:nvSpPr>
        <p:spPr>
          <a:xfrm>
            <a:off x="7814669" y="530037"/>
            <a:ext cx="4377332" cy="4740989"/>
          </a:xfrm>
          <a:custGeom>
            <a:avLst/>
            <a:gdLst>
              <a:gd name="connsiteX0" fmla="*/ 3211740 w 4377332"/>
              <a:gd name="connsiteY0" fmla="*/ 0 h 4740989"/>
              <a:gd name="connsiteX1" fmla="*/ 4377332 w 4377332"/>
              <a:gd name="connsiteY1" fmla="*/ 726262 h 4740989"/>
              <a:gd name="connsiteX2" fmla="*/ 4377331 w 4377332"/>
              <a:gd name="connsiteY2" fmla="*/ 4740989 h 4740989"/>
              <a:gd name="connsiteX3" fmla="*/ 0 w 4377332"/>
              <a:gd name="connsiteY3" fmla="*/ 2015453 h 4740989"/>
              <a:gd name="connsiteX4" fmla="*/ 3211740 w 4377332"/>
              <a:gd name="connsiteY4" fmla="*/ 0 h 4740989"/>
              <a:gd name="connsiteX0-1" fmla="*/ 3211740 w 4704771"/>
              <a:gd name="connsiteY0-2" fmla="*/ 0 h 4745229"/>
              <a:gd name="connsiteX1-3" fmla="*/ 4377332 w 4704771"/>
              <a:gd name="connsiteY1-4" fmla="*/ 726262 h 4745229"/>
              <a:gd name="connsiteX2-5" fmla="*/ 4386856 w 4704771"/>
              <a:gd name="connsiteY2-6" fmla="*/ 2594163 h 4745229"/>
              <a:gd name="connsiteX3-7" fmla="*/ 4377331 w 4704771"/>
              <a:gd name="connsiteY3-8" fmla="*/ 4740989 h 4745229"/>
              <a:gd name="connsiteX4-9" fmla="*/ 0 w 4704771"/>
              <a:gd name="connsiteY4-10" fmla="*/ 2015453 h 4745229"/>
              <a:gd name="connsiteX5" fmla="*/ 3211740 w 4704771"/>
              <a:gd name="connsiteY5" fmla="*/ 0 h 4745229"/>
              <a:gd name="connsiteX0-11" fmla="*/ 4386856 w 4704771"/>
              <a:gd name="connsiteY0-12" fmla="*/ 2594163 h 4745229"/>
              <a:gd name="connsiteX1-13" fmla="*/ 4377331 w 4704771"/>
              <a:gd name="connsiteY1-14" fmla="*/ 4740989 h 4745229"/>
              <a:gd name="connsiteX2-15" fmla="*/ 0 w 4704771"/>
              <a:gd name="connsiteY2-16" fmla="*/ 2015453 h 4745229"/>
              <a:gd name="connsiteX3-17" fmla="*/ 3211740 w 4704771"/>
              <a:gd name="connsiteY3-18" fmla="*/ 0 h 4745229"/>
              <a:gd name="connsiteX4-19" fmla="*/ 4377332 w 4704771"/>
              <a:gd name="connsiteY4-20" fmla="*/ 726262 h 4745229"/>
              <a:gd name="connsiteX5-21" fmla="*/ 4478296 w 4704771"/>
              <a:gd name="connsiteY5-22" fmla="*/ 2685603 h 4745229"/>
              <a:gd name="connsiteX0-23" fmla="*/ 4386856 w 4704771"/>
              <a:gd name="connsiteY0-24" fmla="*/ 2594163 h 4745229"/>
              <a:gd name="connsiteX1-25" fmla="*/ 4377331 w 4704771"/>
              <a:gd name="connsiteY1-26" fmla="*/ 4740989 h 4745229"/>
              <a:gd name="connsiteX2-27" fmla="*/ 0 w 4704771"/>
              <a:gd name="connsiteY2-28" fmla="*/ 2015453 h 4745229"/>
              <a:gd name="connsiteX3-29" fmla="*/ 3211740 w 4704771"/>
              <a:gd name="connsiteY3-30" fmla="*/ 0 h 4745229"/>
              <a:gd name="connsiteX4-31" fmla="*/ 4377332 w 4704771"/>
              <a:gd name="connsiteY4-32" fmla="*/ 726262 h 4745229"/>
              <a:gd name="connsiteX0-33" fmla="*/ 4377331 w 4377332"/>
              <a:gd name="connsiteY0-34" fmla="*/ 4740989 h 4740989"/>
              <a:gd name="connsiteX1-35" fmla="*/ 0 w 4377332"/>
              <a:gd name="connsiteY1-36" fmla="*/ 2015453 h 4740989"/>
              <a:gd name="connsiteX2-37" fmla="*/ 3211740 w 4377332"/>
              <a:gd name="connsiteY2-38" fmla="*/ 0 h 4740989"/>
              <a:gd name="connsiteX3-39" fmla="*/ 4377332 w 4377332"/>
              <a:gd name="connsiteY3-40" fmla="*/ 726262 h 47409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77332" h="4740989">
                <a:moveTo>
                  <a:pt x="4377331" y="4740989"/>
                </a:moveTo>
                <a:lnTo>
                  <a:pt x="0" y="2015453"/>
                </a:lnTo>
                <a:lnTo>
                  <a:pt x="3211740" y="0"/>
                </a:lnTo>
                <a:lnTo>
                  <a:pt x="4377332" y="72626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29"/>
            </p:custDataLst>
          </p:nvPr>
        </p:nvSpPr>
        <p:spPr>
          <a:xfrm>
            <a:off x="7810225" y="782766"/>
            <a:ext cx="4381776" cy="4743756"/>
          </a:xfrm>
          <a:custGeom>
            <a:avLst/>
            <a:gdLst>
              <a:gd name="connsiteX0" fmla="*/ 3211739 w 4381776"/>
              <a:gd name="connsiteY0" fmla="*/ 0 h 4743756"/>
              <a:gd name="connsiteX1" fmla="*/ 4381776 w 4381776"/>
              <a:gd name="connsiteY1" fmla="*/ 729032 h 4743756"/>
              <a:gd name="connsiteX2" fmla="*/ 4381776 w 4381776"/>
              <a:gd name="connsiteY2" fmla="*/ 4743756 h 4743756"/>
              <a:gd name="connsiteX3" fmla="*/ 0 w 4381776"/>
              <a:gd name="connsiteY3" fmla="*/ 2015454 h 4743756"/>
              <a:gd name="connsiteX4" fmla="*/ 3211739 w 4381776"/>
              <a:gd name="connsiteY4" fmla="*/ 0 h 4743756"/>
              <a:gd name="connsiteX0-1" fmla="*/ 3211739 w 4391300"/>
              <a:gd name="connsiteY0-2" fmla="*/ 0 h 4743756"/>
              <a:gd name="connsiteX1-3" fmla="*/ 4381776 w 4391300"/>
              <a:gd name="connsiteY1-4" fmla="*/ 729032 h 4743756"/>
              <a:gd name="connsiteX2-5" fmla="*/ 4391300 w 4391300"/>
              <a:gd name="connsiteY2-6" fmla="*/ 2103309 h 4743756"/>
              <a:gd name="connsiteX3-7" fmla="*/ 4381776 w 4391300"/>
              <a:gd name="connsiteY3-8" fmla="*/ 4743756 h 4743756"/>
              <a:gd name="connsiteX4-9" fmla="*/ 0 w 4391300"/>
              <a:gd name="connsiteY4-10" fmla="*/ 2015454 h 4743756"/>
              <a:gd name="connsiteX5" fmla="*/ 3211739 w 4391300"/>
              <a:gd name="connsiteY5" fmla="*/ 0 h 4743756"/>
              <a:gd name="connsiteX0-11" fmla="*/ 4391300 w 4482740"/>
              <a:gd name="connsiteY0-12" fmla="*/ 2103309 h 4743756"/>
              <a:gd name="connsiteX1-13" fmla="*/ 4381776 w 4482740"/>
              <a:gd name="connsiteY1-14" fmla="*/ 4743756 h 4743756"/>
              <a:gd name="connsiteX2-15" fmla="*/ 0 w 4482740"/>
              <a:gd name="connsiteY2-16" fmla="*/ 2015454 h 4743756"/>
              <a:gd name="connsiteX3-17" fmla="*/ 3211739 w 4482740"/>
              <a:gd name="connsiteY3-18" fmla="*/ 0 h 4743756"/>
              <a:gd name="connsiteX4-19" fmla="*/ 4381776 w 4482740"/>
              <a:gd name="connsiteY4-20" fmla="*/ 729032 h 4743756"/>
              <a:gd name="connsiteX5-21" fmla="*/ 4482740 w 4482740"/>
              <a:gd name="connsiteY5-22" fmla="*/ 2194749 h 4743756"/>
              <a:gd name="connsiteX0-23" fmla="*/ 4391300 w 4391300"/>
              <a:gd name="connsiteY0-24" fmla="*/ 2103309 h 4743756"/>
              <a:gd name="connsiteX1-25" fmla="*/ 4381776 w 4391300"/>
              <a:gd name="connsiteY1-26" fmla="*/ 4743756 h 4743756"/>
              <a:gd name="connsiteX2-27" fmla="*/ 0 w 4391300"/>
              <a:gd name="connsiteY2-28" fmla="*/ 2015454 h 4743756"/>
              <a:gd name="connsiteX3-29" fmla="*/ 3211739 w 4391300"/>
              <a:gd name="connsiteY3-30" fmla="*/ 0 h 4743756"/>
              <a:gd name="connsiteX4-31" fmla="*/ 4381776 w 4391300"/>
              <a:gd name="connsiteY4-32" fmla="*/ 729032 h 4743756"/>
              <a:gd name="connsiteX0-33" fmla="*/ 4381776 w 4381776"/>
              <a:gd name="connsiteY0-34" fmla="*/ 4743756 h 4743756"/>
              <a:gd name="connsiteX1-35" fmla="*/ 0 w 4381776"/>
              <a:gd name="connsiteY1-36" fmla="*/ 2015454 h 4743756"/>
              <a:gd name="connsiteX2-37" fmla="*/ 3211739 w 4381776"/>
              <a:gd name="connsiteY2-38" fmla="*/ 0 h 4743756"/>
              <a:gd name="connsiteX3-39" fmla="*/ 4381776 w 4381776"/>
              <a:gd name="connsiteY3-40" fmla="*/ 729032 h 47437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6" h="4743756">
                <a:moveTo>
                  <a:pt x="4381776" y="4743756"/>
                </a:moveTo>
                <a:lnTo>
                  <a:pt x="0" y="2015454"/>
                </a:lnTo>
                <a:lnTo>
                  <a:pt x="3211739" y="0"/>
                </a:lnTo>
                <a:lnTo>
                  <a:pt x="4381776" y="72903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30"/>
            </p:custDataLst>
          </p:nvPr>
        </p:nvSpPr>
        <p:spPr>
          <a:xfrm>
            <a:off x="7815305" y="1009463"/>
            <a:ext cx="4376696" cy="4740594"/>
          </a:xfrm>
          <a:custGeom>
            <a:avLst/>
            <a:gdLst>
              <a:gd name="connsiteX0" fmla="*/ 3211739 w 4376696"/>
              <a:gd name="connsiteY0" fmla="*/ 0 h 4740594"/>
              <a:gd name="connsiteX1" fmla="*/ 4376696 w 4376696"/>
              <a:gd name="connsiteY1" fmla="*/ 725866 h 4740594"/>
              <a:gd name="connsiteX2" fmla="*/ 4376696 w 4376696"/>
              <a:gd name="connsiteY2" fmla="*/ 4740594 h 4740594"/>
              <a:gd name="connsiteX3" fmla="*/ 0 w 4376696"/>
              <a:gd name="connsiteY3" fmla="*/ 2015453 h 4740594"/>
              <a:gd name="connsiteX4" fmla="*/ 3211739 w 4376696"/>
              <a:gd name="connsiteY4" fmla="*/ 0 h 4740594"/>
              <a:gd name="connsiteX0-1" fmla="*/ 3211739 w 4386220"/>
              <a:gd name="connsiteY0-2" fmla="*/ 0 h 4740594"/>
              <a:gd name="connsiteX1-3" fmla="*/ 4376696 w 4386220"/>
              <a:gd name="connsiteY1-4" fmla="*/ 725866 h 4740594"/>
              <a:gd name="connsiteX2-5" fmla="*/ 4386220 w 4386220"/>
              <a:gd name="connsiteY2-6" fmla="*/ 2190937 h 4740594"/>
              <a:gd name="connsiteX3-7" fmla="*/ 4376696 w 4386220"/>
              <a:gd name="connsiteY3-8" fmla="*/ 4740594 h 4740594"/>
              <a:gd name="connsiteX4-9" fmla="*/ 0 w 4386220"/>
              <a:gd name="connsiteY4-10" fmla="*/ 2015453 h 4740594"/>
              <a:gd name="connsiteX5" fmla="*/ 3211739 w 4386220"/>
              <a:gd name="connsiteY5" fmla="*/ 0 h 4740594"/>
              <a:gd name="connsiteX0-11" fmla="*/ 4386220 w 4477660"/>
              <a:gd name="connsiteY0-12" fmla="*/ 2190937 h 4740594"/>
              <a:gd name="connsiteX1-13" fmla="*/ 4376696 w 4477660"/>
              <a:gd name="connsiteY1-14" fmla="*/ 4740594 h 4740594"/>
              <a:gd name="connsiteX2-15" fmla="*/ 0 w 4477660"/>
              <a:gd name="connsiteY2-16" fmla="*/ 2015453 h 4740594"/>
              <a:gd name="connsiteX3-17" fmla="*/ 3211739 w 4477660"/>
              <a:gd name="connsiteY3-18" fmla="*/ 0 h 4740594"/>
              <a:gd name="connsiteX4-19" fmla="*/ 4376696 w 4477660"/>
              <a:gd name="connsiteY4-20" fmla="*/ 725866 h 4740594"/>
              <a:gd name="connsiteX5-21" fmla="*/ 4477660 w 4477660"/>
              <a:gd name="connsiteY5-22" fmla="*/ 2282377 h 4740594"/>
              <a:gd name="connsiteX0-23" fmla="*/ 4386220 w 4386220"/>
              <a:gd name="connsiteY0-24" fmla="*/ 2190937 h 4740594"/>
              <a:gd name="connsiteX1-25" fmla="*/ 4376696 w 4386220"/>
              <a:gd name="connsiteY1-26" fmla="*/ 4740594 h 4740594"/>
              <a:gd name="connsiteX2-27" fmla="*/ 0 w 4386220"/>
              <a:gd name="connsiteY2-28" fmla="*/ 2015453 h 4740594"/>
              <a:gd name="connsiteX3-29" fmla="*/ 3211739 w 4386220"/>
              <a:gd name="connsiteY3-30" fmla="*/ 0 h 4740594"/>
              <a:gd name="connsiteX4-31" fmla="*/ 4376696 w 4386220"/>
              <a:gd name="connsiteY4-32" fmla="*/ 725866 h 4740594"/>
              <a:gd name="connsiteX0-33" fmla="*/ 4376696 w 4376696"/>
              <a:gd name="connsiteY0-34" fmla="*/ 4740594 h 4740594"/>
              <a:gd name="connsiteX1-35" fmla="*/ 0 w 4376696"/>
              <a:gd name="connsiteY1-36" fmla="*/ 2015453 h 4740594"/>
              <a:gd name="connsiteX2-37" fmla="*/ 3211739 w 4376696"/>
              <a:gd name="connsiteY2-38" fmla="*/ 0 h 4740594"/>
              <a:gd name="connsiteX3-39" fmla="*/ 4376696 w 4376696"/>
              <a:gd name="connsiteY3-40" fmla="*/ 725866 h 47405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76696" h="4740594">
                <a:moveTo>
                  <a:pt x="4376696" y="4740594"/>
                </a:moveTo>
                <a:lnTo>
                  <a:pt x="0" y="2015453"/>
                </a:lnTo>
                <a:lnTo>
                  <a:pt x="3211739" y="0"/>
                </a:lnTo>
                <a:lnTo>
                  <a:pt x="4376696" y="72586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31"/>
            </p:custDataLst>
          </p:nvPr>
        </p:nvSpPr>
        <p:spPr>
          <a:xfrm>
            <a:off x="7823560" y="1255841"/>
            <a:ext cx="4368441" cy="4735455"/>
          </a:xfrm>
          <a:custGeom>
            <a:avLst/>
            <a:gdLst>
              <a:gd name="connsiteX0" fmla="*/ 3211739 w 4368441"/>
              <a:gd name="connsiteY0" fmla="*/ 0 h 4735455"/>
              <a:gd name="connsiteX1" fmla="*/ 4368441 w 4368441"/>
              <a:gd name="connsiteY1" fmla="*/ 720724 h 4735455"/>
              <a:gd name="connsiteX2" fmla="*/ 4368440 w 4368441"/>
              <a:gd name="connsiteY2" fmla="*/ 4735455 h 4735455"/>
              <a:gd name="connsiteX3" fmla="*/ 0 w 4368441"/>
              <a:gd name="connsiteY3" fmla="*/ 2015455 h 4735455"/>
              <a:gd name="connsiteX4" fmla="*/ 3211739 w 4368441"/>
              <a:gd name="connsiteY4" fmla="*/ 0 h 4735455"/>
              <a:gd name="connsiteX0-1" fmla="*/ 3211739 w 4692028"/>
              <a:gd name="connsiteY0-2" fmla="*/ 0 h 4738800"/>
              <a:gd name="connsiteX1-3" fmla="*/ 4368441 w 4692028"/>
              <a:gd name="connsiteY1-4" fmla="*/ 720724 h 4738800"/>
              <a:gd name="connsiteX2-5" fmla="*/ 4368440 w 4692028"/>
              <a:gd name="connsiteY2-6" fmla="*/ 2535109 h 4738800"/>
              <a:gd name="connsiteX3-7" fmla="*/ 4368440 w 4692028"/>
              <a:gd name="connsiteY3-8" fmla="*/ 4735455 h 4738800"/>
              <a:gd name="connsiteX4-9" fmla="*/ 0 w 4692028"/>
              <a:gd name="connsiteY4-10" fmla="*/ 2015455 h 4738800"/>
              <a:gd name="connsiteX5" fmla="*/ 3211739 w 4692028"/>
              <a:gd name="connsiteY5" fmla="*/ 0 h 4738800"/>
              <a:gd name="connsiteX0-11" fmla="*/ 4368440 w 4692028"/>
              <a:gd name="connsiteY0-12" fmla="*/ 2535109 h 4738800"/>
              <a:gd name="connsiteX1-13" fmla="*/ 4368440 w 4692028"/>
              <a:gd name="connsiteY1-14" fmla="*/ 4735455 h 4738800"/>
              <a:gd name="connsiteX2-15" fmla="*/ 0 w 4692028"/>
              <a:gd name="connsiteY2-16" fmla="*/ 2015455 h 4738800"/>
              <a:gd name="connsiteX3-17" fmla="*/ 3211739 w 4692028"/>
              <a:gd name="connsiteY3-18" fmla="*/ 0 h 4738800"/>
              <a:gd name="connsiteX4-19" fmla="*/ 4368441 w 4692028"/>
              <a:gd name="connsiteY4-20" fmla="*/ 720724 h 4738800"/>
              <a:gd name="connsiteX5-21" fmla="*/ 4459880 w 4692028"/>
              <a:gd name="connsiteY5-22" fmla="*/ 2626549 h 4738800"/>
              <a:gd name="connsiteX0-23" fmla="*/ 4368440 w 4692028"/>
              <a:gd name="connsiteY0-24" fmla="*/ 2535109 h 4738800"/>
              <a:gd name="connsiteX1-25" fmla="*/ 4368440 w 4692028"/>
              <a:gd name="connsiteY1-26" fmla="*/ 4735455 h 4738800"/>
              <a:gd name="connsiteX2-27" fmla="*/ 0 w 4692028"/>
              <a:gd name="connsiteY2-28" fmla="*/ 2015455 h 4738800"/>
              <a:gd name="connsiteX3-29" fmla="*/ 3211739 w 4692028"/>
              <a:gd name="connsiteY3-30" fmla="*/ 0 h 4738800"/>
              <a:gd name="connsiteX4-31" fmla="*/ 4368441 w 4692028"/>
              <a:gd name="connsiteY4-32" fmla="*/ 720724 h 4738800"/>
              <a:gd name="connsiteX0-33" fmla="*/ 4368440 w 4368441"/>
              <a:gd name="connsiteY0-34" fmla="*/ 4735455 h 4735455"/>
              <a:gd name="connsiteX1-35" fmla="*/ 0 w 4368441"/>
              <a:gd name="connsiteY1-36" fmla="*/ 2015455 h 4735455"/>
              <a:gd name="connsiteX2-37" fmla="*/ 3211739 w 4368441"/>
              <a:gd name="connsiteY2-38" fmla="*/ 0 h 4735455"/>
              <a:gd name="connsiteX3-39" fmla="*/ 4368441 w 4368441"/>
              <a:gd name="connsiteY3-40" fmla="*/ 720724 h 47354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68441" h="4735455">
                <a:moveTo>
                  <a:pt x="4368440" y="4735455"/>
                </a:moveTo>
                <a:lnTo>
                  <a:pt x="0" y="2015455"/>
                </a:lnTo>
                <a:lnTo>
                  <a:pt x="3211739" y="0"/>
                </a:lnTo>
                <a:lnTo>
                  <a:pt x="4368441" y="720724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32"/>
            </p:custDataLst>
          </p:nvPr>
        </p:nvSpPr>
        <p:spPr>
          <a:xfrm>
            <a:off x="7810224" y="1502220"/>
            <a:ext cx="4381776" cy="4743758"/>
          </a:xfrm>
          <a:custGeom>
            <a:avLst/>
            <a:gdLst>
              <a:gd name="connsiteX0" fmla="*/ 3211739 w 4381776"/>
              <a:gd name="connsiteY0" fmla="*/ 0 h 4743758"/>
              <a:gd name="connsiteX1" fmla="*/ 4381776 w 4381776"/>
              <a:gd name="connsiteY1" fmla="*/ 729033 h 4743758"/>
              <a:gd name="connsiteX2" fmla="*/ 4381776 w 4381776"/>
              <a:gd name="connsiteY2" fmla="*/ 4743758 h 4743758"/>
              <a:gd name="connsiteX3" fmla="*/ 0 w 4381776"/>
              <a:gd name="connsiteY3" fmla="*/ 2015455 h 4743758"/>
              <a:gd name="connsiteX4" fmla="*/ 3211739 w 4381776"/>
              <a:gd name="connsiteY4" fmla="*/ 0 h 4743758"/>
              <a:gd name="connsiteX0-1" fmla="*/ 3211739 w 4381776"/>
              <a:gd name="connsiteY0-2" fmla="*/ 0 h 4743758"/>
              <a:gd name="connsiteX1-3" fmla="*/ 4381776 w 4381776"/>
              <a:gd name="connsiteY1-4" fmla="*/ 729033 h 4743758"/>
              <a:gd name="connsiteX2-5" fmla="*/ 4381776 w 4381776"/>
              <a:gd name="connsiteY2-6" fmla="*/ 2498280 h 4743758"/>
              <a:gd name="connsiteX3-7" fmla="*/ 4381776 w 4381776"/>
              <a:gd name="connsiteY3-8" fmla="*/ 4743758 h 4743758"/>
              <a:gd name="connsiteX4-9" fmla="*/ 0 w 4381776"/>
              <a:gd name="connsiteY4-10" fmla="*/ 2015455 h 4743758"/>
              <a:gd name="connsiteX5" fmla="*/ 3211739 w 4381776"/>
              <a:gd name="connsiteY5" fmla="*/ 0 h 4743758"/>
              <a:gd name="connsiteX0-11" fmla="*/ 4381776 w 4473216"/>
              <a:gd name="connsiteY0-12" fmla="*/ 2498280 h 4743758"/>
              <a:gd name="connsiteX1-13" fmla="*/ 4381776 w 4473216"/>
              <a:gd name="connsiteY1-14" fmla="*/ 4743758 h 4743758"/>
              <a:gd name="connsiteX2-15" fmla="*/ 0 w 4473216"/>
              <a:gd name="connsiteY2-16" fmla="*/ 2015455 h 4743758"/>
              <a:gd name="connsiteX3-17" fmla="*/ 3211739 w 4473216"/>
              <a:gd name="connsiteY3-18" fmla="*/ 0 h 4743758"/>
              <a:gd name="connsiteX4-19" fmla="*/ 4381776 w 4473216"/>
              <a:gd name="connsiteY4-20" fmla="*/ 729033 h 4743758"/>
              <a:gd name="connsiteX5-21" fmla="*/ 4473216 w 4473216"/>
              <a:gd name="connsiteY5-22" fmla="*/ 2589720 h 4743758"/>
              <a:gd name="connsiteX0-23" fmla="*/ 4381776 w 4381776"/>
              <a:gd name="connsiteY0-24" fmla="*/ 2498280 h 4743758"/>
              <a:gd name="connsiteX1-25" fmla="*/ 4381776 w 4381776"/>
              <a:gd name="connsiteY1-26" fmla="*/ 4743758 h 4743758"/>
              <a:gd name="connsiteX2-27" fmla="*/ 0 w 4381776"/>
              <a:gd name="connsiteY2-28" fmla="*/ 2015455 h 4743758"/>
              <a:gd name="connsiteX3-29" fmla="*/ 3211739 w 4381776"/>
              <a:gd name="connsiteY3-30" fmla="*/ 0 h 4743758"/>
              <a:gd name="connsiteX4-31" fmla="*/ 4381776 w 4381776"/>
              <a:gd name="connsiteY4-32" fmla="*/ 729033 h 4743758"/>
              <a:gd name="connsiteX0-33" fmla="*/ 4381776 w 4381776"/>
              <a:gd name="connsiteY0-34" fmla="*/ 4743758 h 4743758"/>
              <a:gd name="connsiteX1-35" fmla="*/ 0 w 4381776"/>
              <a:gd name="connsiteY1-36" fmla="*/ 2015455 h 4743758"/>
              <a:gd name="connsiteX2-37" fmla="*/ 3211739 w 4381776"/>
              <a:gd name="connsiteY2-38" fmla="*/ 0 h 4743758"/>
              <a:gd name="connsiteX3-39" fmla="*/ 4381776 w 4381776"/>
              <a:gd name="connsiteY3-40" fmla="*/ 729033 h 47437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6" h="4743758">
                <a:moveTo>
                  <a:pt x="4381776" y="4743758"/>
                </a:moveTo>
                <a:lnTo>
                  <a:pt x="0" y="2015455"/>
                </a:lnTo>
                <a:lnTo>
                  <a:pt x="3211739" y="0"/>
                </a:lnTo>
                <a:lnTo>
                  <a:pt x="4381776" y="729033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33"/>
            </p:custDataLst>
          </p:nvPr>
        </p:nvSpPr>
        <p:spPr>
          <a:xfrm>
            <a:off x="7810859" y="1747332"/>
            <a:ext cx="4381141" cy="4743362"/>
          </a:xfrm>
          <a:custGeom>
            <a:avLst/>
            <a:gdLst>
              <a:gd name="connsiteX0" fmla="*/ 3211739 w 4381141"/>
              <a:gd name="connsiteY0" fmla="*/ 0 h 4743362"/>
              <a:gd name="connsiteX1" fmla="*/ 4381141 w 4381141"/>
              <a:gd name="connsiteY1" fmla="*/ 728636 h 4743362"/>
              <a:gd name="connsiteX2" fmla="*/ 4381141 w 4381141"/>
              <a:gd name="connsiteY2" fmla="*/ 4743362 h 4743362"/>
              <a:gd name="connsiteX3" fmla="*/ 0 w 4381141"/>
              <a:gd name="connsiteY3" fmla="*/ 2015454 h 4743362"/>
              <a:gd name="connsiteX4" fmla="*/ 3211739 w 4381141"/>
              <a:gd name="connsiteY4" fmla="*/ 0 h 4743362"/>
              <a:gd name="connsiteX0-1" fmla="*/ 3211739 w 4390666"/>
              <a:gd name="connsiteY0-2" fmla="*/ 0 h 4743362"/>
              <a:gd name="connsiteX1-3" fmla="*/ 4381141 w 4390666"/>
              <a:gd name="connsiteY1-4" fmla="*/ 728636 h 4743362"/>
              <a:gd name="connsiteX2-5" fmla="*/ 4390666 w 4390666"/>
              <a:gd name="connsiteY2-6" fmla="*/ 2338893 h 4743362"/>
              <a:gd name="connsiteX3-7" fmla="*/ 4381141 w 4390666"/>
              <a:gd name="connsiteY3-8" fmla="*/ 4743362 h 4743362"/>
              <a:gd name="connsiteX4-9" fmla="*/ 0 w 4390666"/>
              <a:gd name="connsiteY4-10" fmla="*/ 2015454 h 4743362"/>
              <a:gd name="connsiteX5" fmla="*/ 3211739 w 4390666"/>
              <a:gd name="connsiteY5" fmla="*/ 0 h 4743362"/>
              <a:gd name="connsiteX0-11" fmla="*/ 4390666 w 4482106"/>
              <a:gd name="connsiteY0-12" fmla="*/ 2338893 h 4743362"/>
              <a:gd name="connsiteX1-13" fmla="*/ 4381141 w 4482106"/>
              <a:gd name="connsiteY1-14" fmla="*/ 4743362 h 4743362"/>
              <a:gd name="connsiteX2-15" fmla="*/ 0 w 4482106"/>
              <a:gd name="connsiteY2-16" fmla="*/ 2015454 h 4743362"/>
              <a:gd name="connsiteX3-17" fmla="*/ 3211739 w 4482106"/>
              <a:gd name="connsiteY3-18" fmla="*/ 0 h 4743362"/>
              <a:gd name="connsiteX4-19" fmla="*/ 4381141 w 4482106"/>
              <a:gd name="connsiteY4-20" fmla="*/ 728636 h 4743362"/>
              <a:gd name="connsiteX5-21" fmla="*/ 4482106 w 4482106"/>
              <a:gd name="connsiteY5-22" fmla="*/ 2430333 h 4743362"/>
              <a:gd name="connsiteX0-23" fmla="*/ 4390666 w 4390666"/>
              <a:gd name="connsiteY0-24" fmla="*/ 2338893 h 4743362"/>
              <a:gd name="connsiteX1-25" fmla="*/ 4381141 w 4390666"/>
              <a:gd name="connsiteY1-26" fmla="*/ 4743362 h 4743362"/>
              <a:gd name="connsiteX2-27" fmla="*/ 0 w 4390666"/>
              <a:gd name="connsiteY2-28" fmla="*/ 2015454 h 4743362"/>
              <a:gd name="connsiteX3-29" fmla="*/ 3211739 w 4390666"/>
              <a:gd name="connsiteY3-30" fmla="*/ 0 h 4743362"/>
              <a:gd name="connsiteX4-31" fmla="*/ 4381141 w 4390666"/>
              <a:gd name="connsiteY4-32" fmla="*/ 728636 h 4743362"/>
              <a:gd name="connsiteX0-33" fmla="*/ 4381141 w 4381141"/>
              <a:gd name="connsiteY0-34" fmla="*/ 4743362 h 4743362"/>
              <a:gd name="connsiteX1-35" fmla="*/ 0 w 4381141"/>
              <a:gd name="connsiteY1-36" fmla="*/ 2015454 h 4743362"/>
              <a:gd name="connsiteX2-37" fmla="*/ 3211739 w 4381141"/>
              <a:gd name="connsiteY2-38" fmla="*/ 0 h 4743362"/>
              <a:gd name="connsiteX3-39" fmla="*/ 4381141 w 4381141"/>
              <a:gd name="connsiteY3-40" fmla="*/ 728636 h 47433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141" h="4743362">
                <a:moveTo>
                  <a:pt x="4381141" y="4743362"/>
                </a:moveTo>
                <a:lnTo>
                  <a:pt x="0" y="2015454"/>
                </a:lnTo>
                <a:lnTo>
                  <a:pt x="3211739" y="0"/>
                </a:lnTo>
                <a:lnTo>
                  <a:pt x="4381141" y="72863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34"/>
            </p:custDataLst>
          </p:nvPr>
        </p:nvSpPr>
        <p:spPr>
          <a:xfrm>
            <a:off x="7810225" y="1985455"/>
            <a:ext cx="4381776" cy="4743757"/>
          </a:xfrm>
          <a:custGeom>
            <a:avLst/>
            <a:gdLst>
              <a:gd name="connsiteX0" fmla="*/ 3211738 w 4381776"/>
              <a:gd name="connsiteY0" fmla="*/ 0 h 4743757"/>
              <a:gd name="connsiteX1" fmla="*/ 4381776 w 4381776"/>
              <a:gd name="connsiteY1" fmla="*/ 729033 h 4743757"/>
              <a:gd name="connsiteX2" fmla="*/ 4381776 w 4381776"/>
              <a:gd name="connsiteY2" fmla="*/ 4743757 h 4743757"/>
              <a:gd name="connsiteX3" fmla="*/ 0 w 4381776"/>
              <a:gd name="connsiteY3" fmla="*/ 2015455 h 4743757"/>
              <a:gd name="connsiteX4" fmla="*/ 3211738 w 4381776"/>
              <a:gd name="connsiteY4" fmla="*/ 0 h 4743757"/>
              <a:gd name="connsiteX0-1" fmla="*/ 3211738 w 4381776"/>
              <a:gd name="connsiteY0-2" fmla="*/ 0 h 4743757"/>
              <a:gd name="connsiteX1-3" fmla="*/ 4381776 w 4381776"/>
              <a:gd name="connsiteY1-4" fmla="*/ 729033 h 4743757"/>
              <a:gd name="connsiteX2-5" fmla="*/ 4381775 w 4381776"/>
              <a:gd name="connsiteY2-6" fmla="*/ 2653220 h 4743757"/>
              <a:gd name="connsiteX3-7" fmla="*/ 4381776 w 4381776"/>
              <a:gd name="connsiteY3-8" fmla="*/ 4743757 h 4743757"/>
              <a:gd name="connsiteX4-9" fmla="*/ 0 w 4381776"/>
              <a:gd name="connsiteY4-10" fmla="*/ 2015455 h 4743757"/>
              <a:gd name="connsiteX5" fmla="*/ 3211738 w 4381776"/>
              <a:gd name="connsiteY5" fmla="*/ 0 h 4743757"/>
              <a:gd name="connsiteX0-11" fmla="*/ 4381775 w 4473215"/>
              <a:gd name="connsiteY0-12" fmla="*/ 2653220 h 4743757"/>
              <a:gd name="connsiteX1-13" fmla="*/ 4381776 w 4473215"/>
              <a:gd name="connsiteY1-14" fmla="*/ 4743757 h 4743757"/>
              <a:gd name="connsiteX2-15" fmla="*/ 0 w 4473215"/>
              <a:gd name="connsiteY2-16" fmla="*/ 2015455 h 4743757"/>
              <a:gd name="connsiteX3-17" fmla="*/ 3211738 w 4473215"/>
              <a:gd name="connsiteY3-18" fmla="*/ 0 h 4743757"/>
              <a:gd name="connsiteX4-19" fmla="*/ 4381776 w 4473215"/>
              <a:gd name="connsiteY4-20" fmla="*/ 729033 h 4743757"/>
              <a:gd name="connsiteX5-21" fmla="*/ 4473215 w 4473215"/>
              <a:gd name="connsiteY5-22" fmla="*/ 2744660 h 4743757"/>
              <a:gd name="connsiteX0-23" fmla="*/ 4381775 w 4381776"/>
              <a:gd name="connsiteY0-24" fmla="*/ 2653220 h 4743757"/>
              <a:gd name="connsiteX1-25" fmla="*/ 4381776 w 4381776"/>
              <a:gd name="connsiteY1-26" fmla="*/ 4743757 h 4743757"/>
              <a:gd name="connsiteX2-27" fmla="*/ 0 w 4381776"/>
              <a:gd name="connsiteY2-28" fmla="*/ 2015455 h 4743757"/>
              <a:gd name="connsiteX3-29" fmla="*/ 3211738 w 4381776"/>
              <a:gd name="connsiteY3-30" fmla="*/ 0 h 4743757"/>
              <a:gd name="connsiteX4-31" fmla="*/ 4381776 w 4381776"/>
              <a:gd name="connsiteY4-32" fmla="*/ 729033 h 4743757"/>
              <a:gd name="connsiteX0-33" fmla="*/ 4381776 w 4381776"/>
              <a:gd name="connsiteY0-34" fmla="*/ 4743757 h 4743757"/>
              <a:gd name="connsiteX1-35" fmla="*/ 0 w 4381776"/>
              <a:gd name="connsiteY1-36" fmla="*/ 2015455 h 4743757"/>
              <a:gd name="connsiteX2-37" fmla="*/ 3211738 w 4381776"/>
              <a:gd name="connsiteY2-38" fmla="*/ 0 h 4743757"/>
              <a:gd name="connsiteX3-39" fmla="*/ 4381776 w 4381776"/>
              <a:gd name="connsiteY3-40" fmla="*/ 729033 h 474375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6" h="4743757">
                <a:moveTo>
                  <a:pt x="4381776" y="4743757"/>
                </a:moveTo>
                <a:lnTo>
                  <a:pt x="0" y="2015455"/>
                </a:lnTo>
                <a:lnTo>
                  <a:pt x="3211738" y="0"/>
                </a:lnTo>
                <a:lnTo>
                  <a:pt x="4381776" y="729033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0" name="任意多边形: 形状 39"/>
          <p:cNvSpPr/>
          <p:nvPr userDrawn="1">
            <p:custDataLst>
              <p:tags r:id="rId35"/>
            </p:custDataLst>
          </p:nvPr>
        </p:nvSpPr>
        <p:spPr>
          <a:xfrm>
            <a:off x="7810223" y="2223581"/>
            <a:ext cx="4381776" cy="4634419"/>
          </a:xfrm>
          <a:custGeom>
            <a:avLst/>
            <a:gdLst>
              <a:gd name="connsiteX0" fmla="*/ 3211739 w 4381776"/>
              <a:gd name="connsiteY0" fmla="*/ 0 h 4634419"/>
              <a:gd name="connsiteX1" fmla="*/ 4381776 w 4381776"/>
              <a:gd name="connsiteY1" fmla="*/ 729032 h 4634419"/>
              <a:gd name="connsiteX2" fmla="*/ 4381776 w 4381776"/>
              <a:gd name="connsiteY2" fmla="*/ 4634419 h 4634419"/>
              <a:gd name="connsiteX3" fmla="*/ 4206176 w 4381776"/>
              <a:gd name="connsiteY3" fmla="*/ 4634419 h 4634419"/>
              <a:gd name="connsiteX4" fmla="*/ 0 w 4381776"/>
              <a:gd name="connsiteY4" fmla="*/ 2015454 h 4634419"/>
              <a:gd name="connsiteX5" fmla="*/ 3211739 w 4381776"/>
              <a:gd name="connsiteY5" fmla="*/ 0 h 4634419"/>
              <a:gd name="connsiteX0-1" fmla="*/ 4381776 w 4473216"/>
              <a:gd name="connsiteY0-2" fmla="*/ 4634419 h 4725859"/>
              <a:gd name="connsiteX1-3" fmla="*/ 4206176 w 4473216"/>
              <a:gd name="connsiteY1-4" fmla="*/ 4634419 h 4725859"/>
              <a:gd name="connsiteX2-5" fmla="*/ 0 w 4473216"/>
              <a:gd name="connsiteY2-6" fmla="*/ 2015454 h 4725859"/>
              <a:gd name="connsiteX3-7" fmla="*/ 3211739 w 4473216"/>
              <a:gd name="connsiteY3-8" fmla="*/ 0 h 4725859"/>
              <a:gd name="connsiteX4-9" fmla="*/ 4381776 w 4473216"/>
              <a:gd name="connsiteY4-10" fmla="*/ 729032 h 4725859"/>
              <a:gd name="connsiteX5-11" fmla="*/ 4473216 w 4473216"/>
              <a:gd name="connsiteY5-12" fmla="*/ 4725859 h 4725859"/>
              <a:gd name="connsiteX0-13" fmla="*/ 4381776 w 4381776"/>
              <a:gd name="connsiteY0-14" fmla="*/ 4634419 h 4634419"/>
              <a:gd name="connsiteX1-15" fmla="*/ 4206176 w 4381776"/>
              <a:gd name="connsiteY1-16" fmla="*/ 4634419 h 4634419"/>
              <a:gd name="connsiteX2-17" fmla="*/ 0 w 4381776"/>
              <a:gd name="connsiteY2-18" fmla="*/ 2015454 h 4634419"/>
              <a:gd name="connsiteX3-19" fmla="*/ 3211739 w 4381776"/>
              <a:gd name="connsiteY3-20" fmla="*/ 0 h 4634419"/>
              <a:gd name="connsiteX4-21" fmla="*/ 4381776 w 4381776"/>
              <a:gd name="connsiteY4-22" fmla="*/ 729032 h 4634419"/>
              <a:gd name="connsiteX0-23" fmla="*/ 4206176 w 4381776"/>
              <a:gd name="connsiteY0-24" fmla="*/ 4634419 h 4634419"/>
              <a:gd name="connsiteX1-25" fmla="*/ 0 w 4381776"/>
              <a:gd name="connsiteY1-26" fmla="*/ 2015454 h 4634419"/>
              <a:gd name="connsiteX2-27" fmla="*/ 3211739 w 4381776"/>
              <a:gd name="connsiteY2-28" fmla="*/ 0 h 4634419"/>
              <a:gd name="connsiteX3-29" fmla="*/ 4381776 w 4381776"/>
              <a:gd name="connsiteY3-30" fmla="*/ 729032 h 46344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6" h="4634419">
                <a:moveTo>
                  <a:pt x="4206176" y="4634419"/>
                </a:moveTo>
                <a:lnTo>
                  <a:pt x="0" y="2015454"/>
                </a:lnTo>
                <a:lnTo>
                  <a:pt x="3211739" y="0"/>
                </a:lnTo>
                <a:lnTo>
                  <a:pt x="4381776" y="72903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dirty="0"/>
          </a:p>
        </p:txBody>
      </p:sp>
      <p:sp>
        <p:nvSpPr>
          <p:cNvPr id="44" name="任意多边形: 形状 43"/>
          <p:cNvSpPr/>
          <p:nvPr userDrawn="1">
            <p:custDataLst>
              <p:tags r:id="rId36"/>
            </p:custDataLst>
          </p:nvPr>
        </p:nvSpPr>
        <p:spPr>
          <a:xfrm>
            <a:off x="7815940" y="2462975"/>
            <a:ext cx="4376060" cy="4395025"/>
          </a:xfrm>
          <a:custGeom>
            <a:avLst/>
            <a:gdLst>
              <a:gd name="connsiteX0" fmla="*/ 3211738 w 4376060"/>
              <a:gd name="connsiteY0" fmla="*/ 0 h 4395025"/>
              <a:gd name="connsiteX1" fmla="*/ 4376060 w 4376060"/>
              <a:gd name="connsiteY1" fmla="*/ 725472 h 4395025"/>
              <a:gd name="connsiteX2" fmla="*/ 4376060 w 4376060"/>
              <a:gd name="connsiteY2" fmla="*/ 4395025 h 4395025"/>
              <a:gd name="connsiteX3" fmla="*/ 3917406 w 4376060"/>
              <a:gd name="connsiteY3" fmla="*/ 4395025 h 4395025"/>
              <a:gd name="connsiteX4" fmla="*/ 3917199 w 4376060"/>
              <a:gd name="connsiteY4" fmla="*/ 4395025 h 4395025"/>
              <a:gd name="connsiteX5" fmla="*/ 3821696 w 4376060"/>
              <a:gd name="connsiteY5" fmla="*/ 4395025 h 4395025"/>
              <a:gd name="connsiteX6" fmla="*/ 0 w 4376060"/>
              <a:gd name="connsiteY6" fmla="*/ 2015455 h 4395025"/>
              <a:gd name="connsiteX7" fmla="*/ 3211738 w 4376060"/>
              <a:gd name="connsiteY7" fmla="*/ 0 h 4395025"/>
              <a:gd name="connsiteX0-1" fmla="*/ 4376060 w 4467500"/>
              <a:gd name="connsiteY0-2" fmla="*/ 4395025 h 4486465"/>
              <a:gd name="connsiteX1-3" fmla="*/ 3917406 w 4467500"/>
              <a:gd name="connsiteY1-4" fmla="*/ 4395025 h 4486465"/>
              <a:gd name="connsiteX2-5" fmla="*/ 3917199 w 4467500"/>
              <a:gd name="connsiteY2-6" fmla="*/ 4395025 h 4486465"/>
              <a:gd name="connsiteX3-7" fmla="*/ 3821696 w 4467500"/>
              <a:gd name="connsiteY3-8" fmla="*/ 4395025 h 4486465"/>
              <a:gd name="connsiteX4-9" fmla="*/ 0 w 4467500"/>
              <a:gd name="connsiteY4-10" fmla="*/ 2015455 h 4486465"/>
              <a:gd name="connsiteX5-11" fmla="*/ 3211738 w 4467500"/>
              <a:gd name="connsiteY5-12" fmla="*/ 0 h 4486465"/>
              <a:gd name="connsiteX6-13" fmla="*/ 4376060 w 4467500"/>
              <a:gd name="connsiteY6-14" fmla="*/ 725472 h 4486465"/>
              <a:gd name="connsiteX7-15" fmla="*/ 4467500 w 4467500"/>
              <a:gd name="connsiteY7-16" fmla="*/ 4486465 h 4486465"/>
              <a:gd name="connsiteX0-17" fmla="*/ 4376060 w 4376060"/>
              <a:gd name="connsiteY0-18" fmla="*/ 4395025 h 4395025"/>
              <a:gd name="connsiteX1-19" fmla="*/ 3917406 w 4376060"/>
              <a:gd name="connsiteY1-20" fmla="*/ 4395025 h 4395025"/>
              <a:gd name="connsiteX2-21" fmla="*/ 3917199 w 4376060"/>
              <a:gd name="connsiteY2-22" fmla="*/ 4395025 h 4395025"/>
              <a:gd name="connsiteX3-23" fmla="*/ 3821696 w 4376060"/>
              <a:gd name="connsiteY3-24" fmla="*/ 4395025 h 4395025"/>
              <a:gd name="connsiteX4-25" fmla="*/ 0 w 4376060"/>
              <a:gd name="connsiteY4-26" fmla="*/ 2015455 h 4395025"/>
              <a:gd name="connsiteX5-27" fmla="*/ 3211738 w 4376060"/>
              <a:gd name="connsiteY5-28" fmla="*/ 0 h 4395025"/>
              <a:gd name="connsiteX6-29" fmla="*/ 4376060 w 4376060"/>
              <a:gd name="connsiteY6-30" fmla="*/ 725472 h 4395025"/>
              <a:gd name="connsiteX0-31" fmla="*/ 3917406 w 4376060"/>
              <a:gd name="connsiteY0-32" fmla="*/ 4395025 h 4395025"/>
              <a:gd name="connsiteX1-33" fmla="*/ 3917199 w 4376060"/>
              <a:gd name="connsiteY1-34" fmla="*/ 4395025 h 4395025"/>
              <a:gd name="connsiteX2-35" fmla="*/ 3821696 w 4376060"/>
              <a:gd name="connsiteY2-36" fmla="*/ 4395025 h 4395025"/>
              <a:gd name="connsiteX3-37" fmla="*/ 0 w 4376060"/>
              <a:gd name="connsiteY3-38" fmla="*/ 2015455 h 4395025"/>
              <a:gd name="connsiteX4-39" fmla="*/ 3211738 w 4376060"/>
              <a:gd name="connsiteY4-40" fmla="*/ 0 h 4395025"/>
              <a:gd name="connsiteX5-41" fmla="*/ 4376060 w 4376060"/>
              <a:gd name="connsiteY5-42" fmla="*/ 725472 h 4395025"/>
              <a:gd name="connsiteX0-43" fmla="*/ 3917406 w 4376060"/>
              <a:gd name="connsiteY0-44" fmla="*/ 4395025 h 4395025"/>
              <a:gd name="connsiteX1-45" fmla="*/ 3821696 w 4376060"/>
              <a:gd name="connsiteY1-46" fmla="*/ 4395025 h 4395025"/>
              <a:gd name="connsiteX2-47" fmla="*/ 0 w 4376060"/>
              <a:gd name="connsiteY2-48" fmla="*/ 2015455 h 4395025"/>
              <a:gd name="connsiteX3-49" fmla="*/ 3211738 w 4376060"/>
              <a:gd name="connsiteY3-50" fmla="*/ 0 h 4395025"/>
              <a:gd name="connsiteX4-51" fmla="*/ 4376060 w 4376060"/>
              <a:gd name="connsiteY4-52" fmla="*/ 725472 h 4395025"/>
              <a:gd name="connsiteX0-53" fmla="*/ 3821696 w 4376060"/>
              <a:gd name="connsiteY0-54" fmla="*/ 4395025 h 4395025"/>
              <a:gd name="connsiteX1-55" fmla="*/ 0 w 4376060"/>
              <a:gd name="connsiteY1-56" fmla="*/ 2015455 h 4395025"/>
              <a:gd name="connsiteX2-57" fmla="*/ 3211738 w 4376060"/>
              <a:gd name="connsiteY2-58" fmla="*/ 0 h 4395025"/>
              <a:gd name="connsiteX3-59" fmla="*/ 4376060 w 4376060"/>
              <a:gd name="connsiteY3-60" fmla="*/ 725472 h 43950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76060" h="4395025">
                <a:moveTo>
                  <a:pt x="3821696" y="4395025"/>
                </a:moveTo>
                <a:lnTo>
                  <a:pt x="0" y="2015455"/>
                </a:lnTo>
                <a:lnTo>
                  <a:pt x="3211738" y="0"/>
                </a:lnTo>
                <a:lnTo>
                  <a:pt x="4376060" y="72547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7" name="任意多边形: 形状 46"/>
          <p:cNvSpPr/>
          <p:nvPr userDrawn="1">
            <p:custDataLst>
              <p:tags r:id="rId37"/>
            </p:custDataLst>
          </p:nvPr>
        </p:nvSpPr>
        <p:spPr>
          <a:xfrm>
            <a:off x="7816574" y="2701102"/>
            <a:ext cx="4375426" cy="4156898"/>
          </a:xfrm>
          <a:custGeom>
            <a:avLst/>
            <a:gdLst>
              <a:gd name="connsiteX0" fmla="*/ 3211739 w 4375426"/>
              <a:gd name="connsiteY0" fmla="*/ 0 h 4156899"/>
              <a:gd name="connsiteX1" fmla="*/ 4375426 w 4375426"/>
              <a:gd name="connsiteY1" fmla="*/ 725075 h 4156899"/>
              <a:gd name="connsiteX2" fmla="*/ 4375426 w 4375426"/>
              <a:gd name="connsiteY2" fmla="*/ 4156899 h 4156899"/>
              <a:gd name="connsiteX3" fmla="*/ 3916771 w 4375426"/>
              <a:gd name="connsiteY3" fmla="*/ 4156898 h 4156899"/>
              <a:gd name="connsiteX4" fmla="*/ 3916565 w 4375426"/>
              <a:gd name="connsiteY4" fmla="*/ 4156898 h 4156899"/>
              <a:gd name="connsiteX5" fmla="*/ 3439257 w 4375426"/>
              <a:gd name="connsiteY5" fmla="*/ 4156898 h 4156899"/>
              <a:gd name="connsiteX6" fmla="*/ 0 w 4375426"/>
              <a:gd name="connsiteY6" fmla="*/ 2015453 h 4156899"/>
              <a:gd name="connsiteX7" fmla="*/ 3211739 w 4375426"/>
              <a:gd name="connsiteY7" fmla="*/ 0 h 4156899"/>
              <a:gd name="connsiteX0-1" fmla="*/ 3211739 w 4375426"/>
              <a:gd name="connsiteY0-2" fmla="*/ 0 h 4156898"/>
              <a:gd name="connsiteX1-3" fmla="*/ 4375426 w 4375426"/>
              <a:gd name="connsiteY1-4" fmla="*/ 725075 h 4156898"/>
              <a:gd name="connsiteX2-5" fmla="*/ 3916771 w 4375426"/>
              <a:gd name="connsiteY2-6" fmla="*/ 4156898 h 4156898"/>
              <a:gd name="connsiteX3-7" fmla="*/ 3916565 w 4375426"/>
              <a:gd name="connsiteY3-8" fmla="*/ 4156898 h 4156898"/>
              <a:gd name="connsiteX4-9" fmla="*/ 3439257 w 4375426"/>
              <a:gd name="connsiteY4-10" fmla="*/ 4156898 h 4156898"/>
              <a:gd name="connsiteX5-11" fmla="*/ 0 w 4375426"/>
              <a:gd name="connsiteY5-12" fmla="*/ 2015453 h 4156898"/>
              <a:gd name="connsiteX6-13" fmla="*/ 3211739 w 4375426"/>
              <a:gd name="connsiteY6-14" fmla="*/ 0 h 4156898"/>
              <a:gd name="connsiteX0-15" fmla="*/ 3916565 w 4375426"/>
              <a:gd name="connsiteY0-16" fmla="*/ 4156898 h 4248338"/>
              <a:gd name="connsiteX1-17" fmla="*/ 3439257 w 4375426"/>
              <a:gd name="connsiteY1-18" fmla="*/ 4156898 h 4248338"/>
              <a:gd name="connsiteX2-19" fmla="*/ 0 w 4375426"/>
              <a:gd name="connsiteY2-20" fmla="*/ 2015453 h 4248338"/>
              <a:gd name="connsiteX3-21" fmla="*/ 3211739 w 4375426"/>
              <a:gd name="connsiteY3-22" fmla="*/ 0 h 4248338"/>
              <a:gd name="connsiteX4-23" fmla="*/ 4375426 w 4375426"/>
              <a:gd name="connsiteY4-24" fmla="*/ 725075 h 4248338"/>
              <a:gd name="connsiteX5-25" fmla="*/ 3916771 w 4375426"/>
              <a:gd name="connsiteY5-26" fmla="*/ 4156898 h 4248338"/>
              <a:gd name="connsiteX6-27" fmla="*/ 4008005 w 4375426"/>
              <a:gd name="connsiteY6-28" fmla="*/ 4248338 h 4248338"/>
              <a:gd name="connsiteX0-29" fmla="*/ 3916565 w 4375426"/>
              <a:gd name="connsiteY0-30" fmla="*/ 4156898 h 4156898"/>
              <a:gd name="connsiteX1-31" fmla="*/ 3439257 w 4375426"/>
              <a:gd name="connsiteY1-32" fmla="*/ 4156898 h 4156898"/>
              <a:gd name="connsiteX2-33" fmla="*/ 0 w 4375426"/>
              <a:gd name="connsiteY2-34" fmla="*/ 2015453 h 4156898"/>
              <a:gd name="connsiteX3-35" fmla="*/ 3211739 w 4375426"/>
              <a:gd name="connsiteY3-36" fmla="*/ 0 h 4156898"/>
              <a:gd name="connsiteX4-37" fmla="*/ 4375426 w 4375426"/>
              <a:gd name="connsiteY4-38" fmla="*/ 725075 h 4156898"/>
              <a:gd name="connsiteX5-39" fmla="*/ 3916771 w 4375426"/>
              <a:gd name="connsiteY5-40" fmla="*/ 4156898 h 4156898"/>
              <a:gd name="connsiteX0-41" fmla="*/ 3916565 w 4375426"/>
              <a:gd name="connsiteY0-42" fmla="*/ 4156898 h 4156898"/>
              <a:gd name="connsiteX1-43" fmla="*/ 3439257 w 4375426"/>
              <a:gd name="connsiteY1-44" fmla="*/ 4156898 h 4156898"/>
              <a:gd name="connsiteX2-45" fmla="*/ 0 w 4375426"/>
              <a:gd name="connsiteY2-46" fmla="*/ 2015453 h 4156898"/>
              <a:gd name="connsiteX3-47" fmla="*/ 3211739 w 4375426"/>
              <a:gd name="connsiteY3-48" fmla="*/ 0 h 4156898"/>
              <a:gd name="connsiteX4-49" fmla="*/ 4375426 w 4375426"/>
              <a:gd name="connsiteY4-50" fmla="*/ 725075 h 4156898"/>
              <a:gd name="connsiteX0-51" fmla="*/ 3439257 w 4375426"/>
              <a:gd name="connsiteY0-52" fmla="*/ 4156898 h 4156898"/>
              <a:gd name="connsiteX1-53" fmla="*/ 0 w 4375426"/>
              <a:gd name="connsiteY1-54" fmla="*/ 2015453 h 4156898"/>
              <a:gd name="connsiteX2-55" fmla="*/ 3211739 w 4375426"/>
              <a:gd name="connsiteY2-56" fmla="*/ 0 h 4156898"/>
              <a:gd name="connsiteX3-57" fmla="*/ 4375426 w 4375426"/>
              <a:gd name="connsiteY3-58" fmla="*/ 725075 h 41568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75426" h="4156898">
                <a:moveTo>
                  <a:pt x="3439257" y="4156898"/>
                </a:moveTo>
                <a:lnTo>
                  <a:pt x="0" y="2015453"/>
                </a:lnTo>
                <a:lnTo>
                  <a:pt x="3211739" y="0"/>
                </a:lnTo>
                <a:lnTo>
                  <a:pt x="4375426" y="72507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0" name="任意多边形: 形状 49"/>
          <p:cNvSpPr/>
          <p:nvPr userDrawn="1">
            <p:custDataLst>
              <p:tags r:id="rId38"/>
            </p:custDataLst>
          </p:nvPr>
        </p:nvSpPr>
        <p:spPr>
          <a:xfrm>
            <a:off x="7810224" y="2939861"/>
            <a:ext cx="4381776" cy="3918139"/>
          </a:xfrm>
          <a:custGeom>
            <a:avLst/>
            <a:gdLst>
              <a:gd name="connsiteX0" fmla="*/ 3211739 w 4381776"/>
              <a:gd name="connsiteY0" fmla="*/ 0 h 3918140"/>
              <a:gd name="connsiteX1" fmla="*/ 4381776 w 4381776"/>
              <a:gd name="connsiteY1" fmla="*/ 729032 h 3918140"/>
              <a:gd name="connsiteX2" fmla="*/ 4381776 w 4381776"/>
              <a:gd name="connsiteY2" fmla="*/ 3918139 h 3918140"/>
              <a:gd name="connsiteX3" fmla="*/ 3923121 w 4381776"/>
              <a:gd name="connsiteY3" fmla="*/ 3918139 h 3918140"/>
              <a:gd name="connsiteX4" fmla="*/ 3922915 w 4381776"/>
              <a:gd name="connsiteY4" fmla="*/ 3918140 h 3918140"/>
              <a:gd name="connsiteX5" fmla="*/ 3055798 w 4381776"/>
              <a:gd name="connsiteY5" fmla="*/ 3918139 h 3918140"/>
              <a:gd name="connsiteX6" fmla="*/ 0 w 4381776"/>
              <a:gd name="connsiteY6" fmla="*/ 2015453 h 3918140"/>
              <a:gd name="connsiteX7" fmla="*/ 3211739 w 4381776"/>
              <a:gd name="connsiteY7" fmla="*/ 0 h 3918140"/>
              <a:gd name="connsiteX0-1" fmla="*/ 4381776 w 4473216"/>
              <a:gd name="connsiteY0-2" fmla="*/ 3918139 h 4009579"/>
              <a:gd name="connsiteX1-3" fmla="*/ 3923121 w 4473216"/>
              <a:gd name="connsiteY1-4" fmla="*/ 3918139 h 4009579"/>
              <a:gd name="connsiteX2-5" fmla="*/ 3922915 w 4473216"/>
              <a:gd name="connsiteY2-6" fmla="*/ 3918140 h 4009579"/>
              <a:gd name="connsiteX3-7" fmla="*/ 3055798 w 4473216"/>
              <a:gd name="connsiteY3-8" fmla="*/ 3918139 h 4009579"/>
              <a:gd name="connsiteX4-9" fmla="*/ 0 w 4473216"/>
              <a:gd name="connsiteY4-10" fmla="*/ 2015453 h 4009579"/>
              <a:gd name="connsiteX5-11" fmla="*/ 3211739 w 4473216"/>
              <a:gd name="connsiteY5-12" fmla="*/ 0 h 4009579"/>
              <a:gd name="connsiteX6-13" fmla="*/ 4381776 w 4473216"/>
              <a:gd name="connsiteY6-14" fmla="*/ 729032 h 4009579"/>
              <a:gd name="connsiteX7-15" fmla="*/ 4473216 w 4473216"/>
              <a:gd name="connsiteY7-16" fmla="*/ 4009579 h 4009579"/>
              <a:gd name="connsiteX0-17" fmla="*/ 4381776 w 4381776"/>
              <a:gd name="connsiteY0-18" fmla="*/ 3918139 h 3918140"/>
              <a:gd name="connsiteX1-19" fmla="*/ 3923121 w 4381776"/>
              <a:gd name="connsiteY1-20" fmla="*/ 3918139 h 3918140"/>
              <a:gd name="connsiteX2-21" fmla="*/ 3922915 w 4381776"/>
              <a:gd name="connsiteY2-22" fmla="*/ 3918140 h 3918140"/>
              <a:gd name="connsiteX3-23" fmla="*/ 3055798 w 4381776"/>
              <a:gd name="connsiteY3-24" fmla="*/ 3918139 h 3918140"/>
              <a:gd name="connsiteX4-25" fmla="*/ 0 w 4381776"/>
              <a:gd name="connsiteY4-26" fmla="*/ 2015453 h 3918140"/>
              <a:gd name="connsiteX5-27" fmla="*/ 3211739 w 4381776"/>
              <a:gd name="connsiteY5-28" fmla="*/ 0 h 3918140"/>
              <a:gd name="connsiteX6-29" fmla="*/ 4381776 w 4381776"/>
              <a:gd name="connsiteY6-30" fmla="*/ 729032 h 3918140"/>
              <a:gd name="connsiteX0-31" fmla="*/ 3923121 w 4381776"/>
              <a:gd name="connsiteY0-32" fmla="*/ 3918139 h 3918140"/>
              <a:gd name="connsiteX1-33" fmla="*/ 3922915 w 4381776"/>
              <a:gd name="connsiteY1-34" fmla="*/ 3918140 h 3918140"/>
              <a:gd name="connsiteX2-35" fmla="*/ 3055798 w 4381776"/>
              <a:gd name="connsiteY2-36" fmla="*/ 3918139 h 3918140"/>
              <a:gd name="connsiteX3-37" fmla="*/ 0 w 4381776"/>
              <a:gd name="connsiteY3-38" fmla="*/ 2015453 h 3918140"/>
              <a:gd name="connsiteX4-39" fmla="*/ 3211739 w 4381776"/>
              <a:gd name="connsiteY4-40" fmla="*/ 0 h 3918140"/>
              <a:gd name="connsiteX5-41" fmla="*/ 4381776 w 4381776"/>
              <a:gd name="connsiteY5-42" fmla="*/ 729032 h 3918140"/>
              <a:gd name="connsiteX0-43" fmla="*/ 3923121 w 4381776"/>
              <a:gd name="connsiteY0-44" fmla="*/ 3918139 h 3918139"/>
              <a:gd name="connsiteX1-45" fmla="*/ 3055798 w 4381776"/>
              <a:gd name="connsiteY1-46" fmla="*/ 3918139 h 3918139"/>
              <a:gd name="connsiteX2-47" fmla="*/ 0 w 4381776"/>
              <a:gd name="connsiteY2-48" fmla="*/ 2015453 h 3918139"/>
              <a:gd name="connsiteX3-49" fmla="*/ 3211739 w 4381776"/>
              <a:gd name="connsiteY3-50" fmla="*/ 0 h 3918139"/>
              <a:gd name="connsiteX4-51" fmla="*/ 4381776 w 4381776"/>
              <a:gd name="connsiteY4-52" fmla="*/ 729032 h 3918139"/>
              <a:gd name="connsiteX0-53" fmla="*/ 3055798 w 4381776"/>
              <a:gd name="connsiteY0-54" fmla="*/ 3918139 h 3918139"/>
              <a:gd name="connsiteX1-55" fmla="*/ 0 w 4381776"/>
              <a:gd name="connsiteY1-56" fmla="*/ 2015453 h 3918139"/>
              <a:gd name="connsiteX2-57" fmla="*/ 3211739 w 4381776"/>
              <a:gd name="connsiteY2-58" fmla="*/ 0 h 3918139"/>
              <a:gd name="connsiteX3-59" fmla="*/ 4381776 w 4381776"/>
              <a:gd name="connsiteY3-60" fmla="*/ 729032 h 39181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6" h="3918139">
                <a:moveTo>
                  <a:pt x="3055798" y="3918139"/>
                </a:moveTo>
                <a:lnTo>
                  <a:pt x="0" y="2015453"/>
                </a:lnTo>
                <a:lnTo>
                  <a:pt x="3211739" y="0"/>
                </a:lnTo>
                <a:lnTo>
                  <a:pt x="4381776" y="72903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3" name="任意多边形: 形状 52"/>
          <p:cNvSpPr/>
          <p:nvPr userDrawn="1">
            <p:custDataLst>
              <p:tags r:id="rId39"/>
            </p:custDataLst>
          </p:nvPr>
        </p:nvSpPr>
        <p:spPr>
          <a:xfrm>
            <a:off x="7810226" y="3179256"/>
            <a:ext cx="4381775" cy="3678744"/>
          </a:xfrm>
          <a:custGeom>
            <a:avLst/>
            <a:gdLst>
              <a:gd name="connsiteX0" fmla="*/ 3211738 w 4381775"/>
              <a:gd name="connsiteY0" fmla="*/ 0 h 3678744"/>
              <a:gd name="connsiteX1" fmla="*/ 4381775 w 4381775"/>
              <a:gd name="connsiteY1" fmla="*/ 729032 h 3678744"/>
              <a:gd name="connsiteX2" fmla="*/ 4381775 w 4381775"/>
              <a:gd name="connsiteY2" fmla="*/ 3678744 h 3678744"/>
              <a:gd name="connsiteX3" fmla="*/ 3923120 w 4381775"/>
              <a:gd name="connsiteY3" fmla="*/ 3678743 h 3678744"/>
              <a:gd name="connsiteX4" fmla="*/ 3922914 w 4381775"/>
              <a:gd name="connsiteY4" fmla="*/ 3678743 h 3678744"/>
              <a:gd name="connsiteX5" fmla="*/ 2671318 w 4381775"/>
              <a:gd name="connsiteY5" fmla="*/ 3678744 h 3678744"/>
              <a:gd name="connsiteX6" fmla="*/ 0 w 4381775"/>
              <a:gd name="connsiteY6" fmla="*/ 2015452 h 3678744"/>
              <a:gd name="connsiteX7" fmla="*/ 3211738 w 4381775"/>
              <a:gd name="connsiteY7" fmla="*/ 0 h 3678744"/>
              <a:gd name="connsiteX0-1" fmla="*/ 4381775 w 4473215"/>
              <a:gd name="connsiteY0-2" fmla="*/ 3678744 h 3770184"/>
              <a:gd name="connsiteX1-3" fmla="*/ 3923120 w 4473215"/>
              <a:gd name="connsiteY1-4" fmla="*/ 3678743 h 3770184"/>
              <a:gd name="connsiteX2-5" fmla="*/ 3922914 w 4473215"/>
              <a:gd name="connsiteY2-6" fmla="*/ 3678743 h 3770184"/>
              <a:gd name="connsiteX3-7" fmla="*/ 2671318 w 4473215"/>
              <a:gd name="connsiteY3-8" fmla="*/ 3678744 h 3770184"/>
              <a:gd name="connsiteX4-9" fmla="*/ 0 w 4473215"/>
              <a:gd name="connsiteY4-10" fmla="*/ 2015452 h 3770184"/>
              <a:gd name="connsiteX5-11" fmla="*/ 3211738 w 4473215"/>
              <a:gd name="connsiteY5-12" fmla="*/ 0 h 3770184"/>
              <a:gd name="connsiteX6-13" fmla="*/ 4381775 w 4473215"/>
              <a:gd name="connsiteY6-14" fmla="*/ 729032 h 3770184"/>
              <a:gd name="connsiteX7-15" fmla="*/ 4473215 w 4473215"/>
              <a:gd name="connsiteY7-16" fmla="*/ 3770184 h 3770184"/>
              <a:gd name="connsiteX0-17" fmla="*/ 4381775 w 4381775"/>
              <a:gd name="connsiteY0-18" fmla="*/ 3678744 h 3678744"/>
              <a:gd name="connsiteX1-19" fmla="*/ 3923120 w 4381775"/>
              <a:gd name="connsiteY1-20" fmla="*/ 3678743 h 3678744"/>
              <a:gd name="connsiteX2-21" fmla="*/ 3922914 w 4381775"/>
              <a:gd name="connsiteY2-22" fmla="*/ 3678743 h 3678744"/>
              <a:gd name="connsiteX3-23" fmla="*/ 2671318 w 4381775"/>
              <a:gd name="connsiteY3-24" fmla="*/ 3678744 h 3678744"/>
              <a:gd name="connsiteX4-25" fmla="*/ 0 w 4381775"/>
              <a:gd name="connsiteY4-26" fmla="*/ 2015452 h 3678744"/>
              <a:gd name="connsiteX5-27" fmla="*/ 3211738 w 4381775"/>
              <a:gd name="connsiteY5-28" fmla="*/ 0 h 3678744"/>
              <a:gd name="connsiteX6-29" fmla="*/ 4381775 w 4381775"/>
              <a:gd name="connsiteY6-30" fmla="*/ 729032 h 3678744"/>
              <a:gd name="connsiteX0-31" fmla="*/ 3923120 w 4381775"/>
              <a:gd name="connsiteY0-32" fmla="*/ 3678743 h 3678744"/>
              <a:gd name="connsiteX1-33" fmla="*/ 3922914 w 4381775"/>
              <a:gd name="connsiteY1-34" fmla="*/ 3678743 h 3678744"/>
              <a:gd name="connsiteX2-35" fmla="*/ 2671318 w 4381775"/>
              <a:gd name="connsiteY2-36" fmla="*/ 3678744 h 3678744"/>
              <a:gd name="connsiteX3-37" fmla="*/ 0 w 4381775"/>
              <a:gd name="connsiteY3-38" fmla="*/ 2015452 h 3678744"/>
              <a:gd name="connsiteX4-39" fmla="*/ 3211738 w 4381775"/>
              <a:gd name="connsiteY4-40" fmla="*/ 0 h 3678744"/>
              <a:gd name="connsiteX5-41" fmla="*/ 4381775 w 4381775"/>
              <a:gd name="connsiteY5-42" fmla="*/ 729032 h 3678744"/>
              <a:gd name="connsiteX0-43" fmla="*/ 3923120 w 4381775"/>
              <a:gd name="connsiteY0-44" fmla="*/ 3678743 h 3678744"/>
              <a:gd name="connsiteX1-45" fmla="*/ 2671318 w 4381775"/>
              <a:gd name="connsiteY1-46" fmla="*/ 3678744 h 3678744"/>
              <a:gd name="connsiteX2-47" fmla="*/ 0 w 4381775"/>
              <a:gd name="connsiteY2-48" fmla="*/ 2015452 h 3678744"/>
              <a:gd name="connsiteX3-49" fmla="*/ 3211738 w 4381775"/>
              <a:gd name="connsiteY3-50" fmla="*/ 0 h 3678744"/>
              <a:gd name="connsiteX4-51" fmla="*/ 4381775 w 4381775"/>
              <a:gd name="connsiteY4-52" fmla="*/ 729032 h 3678744"/>
              <a:gd name="connsiteX0-53" fmla="*/ 2671318 w 4381775"/>
              <a:gd name="connsiteY0-54" fmla="*/ 3678744 h 3678744"/>
              <a:gd name="connsiteX1-55" fmla="*/ 0 w 4381775"/>
              <a:gd name="connsiteY1-56" fmla="*/ 2015452 h 3678744"/>
              <a:gd name="connsiteX2-57" fmla="*/ 3211738 w 4381775"/>
              <a:gd name="connsiteY2-58" fmla="*/ 0 h 3678744"/>
              <a:gd name="connsiteX3-59" fmla="*/ 4381775 w 4381775"/>
              <a:gd name="connsiteY3-60" fmla="*/ 729032 h 36787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5" h="3678744">
                <a:moveTo>
                  <a:pt x="2671318" y="3678744"/>
                </a:moveTo>
                <a:lnTo>
                  <a:pt x="0" y="2015452"/>
                </a:lnTo>
                <a:lnTo>
                  <a:pt x="3211738" y="0"/>
                </a:lnTo>
                <a:lnTo>
                  <a:pt x="4381775" y="72903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副标题 2"/>
          <p:cNvSpPr>
            <a:spLocks noGrp="1"/>
          </p:cNvSpPr>
          <p:nvPr>
            <p:ph type="body" idx="16389" hasCustomPrompt="1"/>
            <p:custDataLst>
              <p:tags r:id="rId40"/>
            </p:custDataLst>
          </p:nvPr>
        </p:nvSpPr>
        <p:spPr>
          <a:xfrm>
            <a:off x="1016000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41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3" Type="http://schemas.openxmlformats.org/officeDocument/2006/relationships/theme" Target="../theme/theme2.xml"/><Relationship Id="rId32" Type="http://schemas.openxmlformats.org/officeDocument/2006/relationships/tags" Target="../tags/tag190.xml"/><Relationship Id="rId31" Type="http://schemas.openxmlformats.org/officeDocument/2006/relationships/tags" Target="../tags/tag189.xml"/><Relationship Id="rId30" Type="http://schemas.openxmlformats.org/officeDocument/2006/relationships/tags" Target="../tags/tag188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187.xml"/><Relationship Id="rId28" Type="http://schemas.openxmlformats.org/officeDocument/2006/relationships/tags" Target="../tags/tag186.xml"/><Relationship Id="rId27" Type="http://schemas.openxmlformats.org/officeDocument/2006/relationships/tags" Target="../tags/tag185.xml"/><Relationship Id="rId26" Type="http://schemas.openxmlformats.org/officeDocument/2006/relationships/tags" Target="../tags/tag184.xml"/><Relationship Id="rId25" Type="http://schemas.openxmlformats.org/officeDocument/2006/relationships/tags" Target="../tags/tag183.xml"/><Relationship Id="rId24" Type="http://schemas.openxmlformats.org/officeDocument/2006/relationships/tags" Target="../tags/tag182.xml"/><Relationship Id="rId23" Type="http://schemas.openxmlformats.org/officeDocument/2006/relationships/tags" Target="../tags/tag181.xml"/><Relationship Id="rId22" Type="http://schemas.openxmlformats.org/officeDocument/2006/relationships/tags" Target="../tags/tag180.xml"/><Relationship Id="rId21" Type="http://schemas.openxmlformats.org/officeDocument/2006/relationships/tags" Target="../tags/tag179.xml"/><Relationship Id="rId20" Type="http://schemas.openxmlformats.org/officeDocument/2006/relationships/tags" Target="../tags/tag178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77.xml"/><Relationship Id="rId18" Type="http://schemas.openxmlformats.org/officeDocument/2006/relationships/tags" Target="../tags/tag176.xml"/><Relationship Id="rId17" Type="http://schemas.openxmlformats.org/officeDocument/2006/relationships/tags" Target="../tags/tag175.xml"/><Relationship Id="rId16" Type="http://schemas.openxmlformats.org/officeDocument/2006/relationships/tags" Target="../tags/tag174.xml"/><Relationship Id="rId15" Type="http://schemas.openxmlformats.org/officeDocument/2006/relationships/tags" Target="../tags/tag17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18"/>
            </p:custDataLst>
          </p:nvPr>
        </p:nvSpPr>
        <p:spPr>
          <a:xfrm>
            <a:off x="0" y="577850"/>
            <a:ext cx="183515" cy="113030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19"/>
            </p:custDataLst>
          </p:nvPr>
        </p:nvSpPr>
        <p:spPr>
          <a:xfrm>
            <a:off x="0" y="774065"/>
            <a:ext cx="183515" cy="113030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0"/>
            </p:custDataLst>
          </p:nvPr>
        </p:nvSpPr>
        <p:spPr>
          <a:xfrm>
            <a:off x="0" y="970280"/>
            <a:ext cx="183515" cy="113030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21"/>
            </p:custDataLst>
          </p:nvPr>
        </p:nvSpPr>
        <p:spPr>
          <a:xfrm>
            <a:off x="0" y="1167130"/>
            <a:ext cx="183515" cy="113030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22"/>
            </p:custDataLst>
          </p:nvPr>
        </p:nvSpPr>
        <p:spPr>
          <a:xfrm>
            <a:off x="0" y="1363345"/>
            <a:ext cx="183515" cy="113030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23"/>
            </p:custDataLst>
          </p:nvPr>
        </p:nvSpPr>
        <p:spPr>
          <a:xfrm>
            <a:off x="0" y="1559560"/>
            <a:ext cx="183515" cy="113030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24"/>
            </p:custDataLst>
          </p:nvPr>
        </p:nvSpPr>
        <p:spPr>
          <a:xfrm>
            <a:off x="0" y="1755775"/>
            <a:ext cx="183515" cy="113030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25"/>
            </p:custDataLst>
          </p:nvPr>
        </p:nvSpPr>
        <p:spPr>
          <a:xfrm>
            <a:off x="10441940" y="5749290"/>
            <a:ext cx="1750060" cy="1098550"/>
          </a:xfrm>
          <a:custGeom>
            <a:avLst/>
            <a:gdLst>
              <a:gd name="connsiteX0" fmla="*/ 2053230 w 2053231"/>
              <a:gd name="connsiteY0" fmla="*/ 0 h 1295448"/>
              <a:gd name="connsiteX1" fmla="*/ 2053231 w 2053231"/>
              <a:gd name="connsiteY1" fmla="*/ 1295448 h 1295448"/>
              <a:gd name="connsiteX2" fmla="*/ 11225 w 2053231"/>
              <a:gd name="connsiteY2" fmla="*/ 1295448 h 1295448"/>
              <a:gd name="connsiteX3" fmla="*/ 0 w 2053231"/>
              <a:gd name="connsiteY3" fmla="*/ 1288458 h 1295448"/>
              <a:gd name="connsiteX4" fmla="*/ 2053230 w 2053231"/>
              <a:gd name="connsiteY4" fmla="*/ 0 h 1295448"/>
              <a:gd name="connsiteX0-1" fmla="*/ 2053231 w 2144671"/>
              <a:gd name="connsiteY0-2" fmla="*/ 1295448 h 1386888"/>
              <a:gd name="connsiteX1-3" fmla="*/ 11225 w 2144671"/>
              <a:gd name="connsiteY1-4" fmla="*/ 1295448 h 1386888"/>
              <a:gd name="connsiteX2-5" fmla="*/ 0 w 2144671"/>
              <a:gd name="connsiteY2-6" fmla="*/ 1288458 h 1386888"/>
              <a:gd name="connsiteX3-7" fmla="*/ 2053230 w 2144671"/>
              <a:gd name="connsiteY3-8" fmla="*/ 0 h 1386888"/>
              <a:gd name="connsiteX4-9" fmla="*/ 2144671 w 2144671"/>
              <a:gd name="connsiteY4-10" fmla="*/ 1386888 h 1386888"/>
              <a:gd name="connsiteX0-11" fmla="*/ 2053231 w 2053231"/>
              <a:gd name="connsiteY0-12" fmla="*/ 1295448 h 1295448"/>
              <a:gd name="connsiteX1-13" fmla="*/ 11225 w 2053231"/>
              <a:gd name="connsiteY1-14" fmla="*/ 1295448 h 1295448"/>
              <a:gd name="connsiteX2-15" fmla="*/ 0 w 2053231"/>
              <a:gd name="connsiteY2-16" fmla="*/ 1288458 h 1295448"/>
              <a:gd name="connsiteX3-17" fmla="*/ 2053230 w 2053231"/>
              <a:gd name="connsiteY3-18" fmla="*/ 0 h 1295448"/>
              <a:gd name="connsiteX0-19" fmla="*/ 11225 w 2053230"/>
              <a:gd name="connsiteY0-20" fmla="*/ 1295448 h 1295448"/>
              <a:gd name="connsiteX1-21" fmla="*/ 0 w 2053230"/>
              <a:gd name="connsiteY1-22" fmla="*/ 1288458 h 1295448"/>
              <a:gd name="connsiteX2-23" fmla="*/ 2053230 w 2053230"/>
              <a:gd name="connsiteY2-24" fmla="*/ 0 h 1295448"/>
              <a:gd name="connsiteX0-25" fmla="*/ 0 w 2053230"/>
              <a:gd name="connsiteY0-26" fmla="*/ 1288458 h 1288458"/>
              <a:gd name="connsiteX1-27" fmla="*/ 2053230 w 2053230"/>
              <a:gd name="connsiteY1-28" fmla="*/ 0 h 1288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053230" h="1288458">
                <a:moveTo>
                  <a:pt x="0" y="1288458"/>
                </a:moveTo>
                <a:lnTo>
                  <a:pt x="2053230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26"/>
            </p:custDataLst>
          </p:nvPr>
        </p:nvSpPr>
        <p:spPr>
          <a:xfrm>
            <a:off x="10771505" y="5963285"/>
            <a:ext cx="1420495" cy="890905"/>
          </a:xfrm>
          <a:custGeom>
            <a:avLst/>
            <a:gdLst>
              <a:gd name="connsiteX0" fmla="*/ 1666075 w 1666076"/>
              <a:gd name="connsiteY0" fmla="*/ 0 h 1045507"/>
              <a:gd name="connsiteX1" fmla="*/ 1666076 w 1666076"/>
              <a:gd name="connsiteY1" fmla="*/ 1045507 h 1045507"/>
              <a:gd name="connsiteX2" fmla="*/ 0 w 1666076"/>
              <a:gd name="connsiteY2" fmla="*/ 1045507 h 1045507"/>
              <a:gd name="connsiteX3" fmla="*/ 1666075 w 1666076"/>
              <a:gd name="connsiteY3" fmla="*/ 0 h 1045507"/>
              <a:gd name="connsiteX0-1" fmla="*/ 1666076 w 1757516"/>
              <a:gd name="connsiteY0-2" fmla="*/ 1045507 h 1136947"/>
              <a:gd name="connsiteX1-3" fmla="*/ 0 w 1757516"/>
              <a:gd name="connsiteY1-4" fmla="*/ 1045507 h 1136947"/>
              <a:gd name="connsiteX2-5" fmla="*/ 1666075 w 1757516"/>
              <a:gd name="connsiteY2-6" fmla="*/ 0 h 1136947"/>
              <a:gd name="connsiteX3-7" fmla="*/ 1757516 w 1757516"/>
              <a:gd name="connsiteY3-8" fmla="*/ 1136947 h 1136947"/>
              <a:gd name="connsiteX0-9" fmla="*/ 1666076 w 1666076"/>
              <a:gd name="connsiteY0-10" fmla="*/ 1045507 h 1045507"/>
              <a:gd name="connsiteX1-11" fmla="*/ 0 w 1666076"/>
              <a:gd name="connsiteY1-12" fmla="*/ 1045507 h 1045507"/>
              <a:gd name="connsiteX2-13" fmla="*/ 1666075 w 1666076"/>
              <a:gd name="connsiteY2-14" fmla="*/ 0 h 1045507"/>
              <a:gd name="connsiteX0-15" fmla="*/ 0 w 1666075"/>
              <a:gd name="connsiteY0-16" fmla="*/ 1045507 h 1045507"/>
              <a:gd name="connsiteX1-17" fmla="*/ 1666075 w 1666075"/>
              <a:gd name="connsiteY1-18" fmla="*/ 0 h 10455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666075" h="1045507">
                <a:moveTo>
                  <a:pt x="0" y="1045507"/>
                </a:moveTo>
                <a:lnTo>
                  <a:pt x="1666075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27"/>
            </p:custDataLst>
          </p:nvPr>
        </p:nvSpPr>
        <p:spPr>
          <a:xfrm>
            <a:off x="11083925" y="6158865"/>
            <a:ext cx="1108075" cy="695325"/>
          </a:xfrm>
          <a:custGeom>
            <a:avLst/>
            <a:gdLst>
              <a:gd name="connsiteX0" fmla="*/ 1299743 w 1299743"/>
              <a:gd name="connsiteY0" fmla="*/ 0 h 815624"/>
              <a:gd name="connsiteX1" fmla="*/ 1299743 w 1299743"/>
              <a:gd name="connsiteY1" fmla="*/ 815624 h 815624"/>
              <a:gd name="connsiteX2" fmla="*/ 0 w 1299743"/>
              <a:gd name="connsiteY2" fmla="*/ 815624 h 815624"/>
              <a:gd name="connsiteX3" fmla="*/ 1299743 w 1299743"/>
              <a:gd name="connsiteY3" fmla="*/ 0 h 815624"/>
              <a:gd name="connsiteX0-1" fmla="*/ 1299743 w 1391183"/>
              <a:gd name="connsiteY0-2" fmla="*/ 815624 h 907064"/>
              <a:gd name="connsiteX1-3" fmla="*/ 0 w 1391183"/>
              <a:gd name="connsiteY1-4" fmla="*/ 815624 h 907064"/>
              <a:gd name="connsiteX2-5" fmla="*/ 1299743 w 1391183"/>
              <a:gd name="connsiteY2-6" fmla="*/ 0 h 907064"/>
              <a:gd name="connsiteX3-7" fmla="*/ 1391183 w 1391183"/>
              <a:gd name="connsiteY3-8" fmla="*/ 907064 h 907064"/>
              <a:gd name="connsiteX0-9" fmla="*/ 1299743 w 1299743"/>
              <a:gd name="connsiteY0-10" fmla="*/ 815624 h 815624"/>
              <a:gd name="connsiteX1-11" fmla="*/ 0 w 1299743"/>
              <a:gd name="connsiteY1-12" fmla="*/ 815624 h 815624"/>
              <a:gd name="connsiteX2-13" fmla="*/ 1299743 w 1299743"/>
              <a:gd name="connsiteY2-14" fmla="*/ 0 h 815624"/>
              <a:gd name="connsiteX0-15" fmla="*/ 0 w 1299743"/>
              <a:gd name="connsiteY0-16" fmla="*/ 815624 h 815624"/>
              <a:gd name="connsiteX1-17" fmla="*/ 1299743 w 1299743"/>
              <a:gd name="connsiteY1-18" fmla="*/ 0 h 8156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299743" h="815624">
                <a:moveTo>
                  <a:pt x="0" y="815624"/>
                </a:moveTo>
                <a:lnTo>
                  <a:pt x="1299743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28"/>
            </p:custDataLst>
          </p:nvPr>
        </p:nvSpPr>
        <p:spPr>
          <a:xfrm>
            <a:off x="11424920" y="6372860"/>
            <a:ext cx="767080" cy="481330"/>
          </a:xfrm>
          <a:custGeom>
            <a:avLst/>
            <a:gdLst>
              <a:gd name="connsiteX0" fmla="*/ 898868 w 898868"/>
              <a:gd name="connsiteY0" fmla="*/ 0 h 564064"/>
              <a:gd name="connsiteX1" fmla="*/ 898868 w 898868"/>
              <a:gd name="connsiteY1" fmla="*/ 564064 h 564064"/>
              <a:gd name="connsiteX2" fmla="*/ 0 w 898868"/>
              <a:gd name="connsiteY2" fmla="*/ 564064 h 564064"/>
              <a:gd name="connsiteX3" fmla="*/ 898868 w 898868"/>
              <a:gd name="connsiteY3" fmla="*/ 0 h 564064"/>
              <a:gd name="connsiteX0-1" fmla="*/ 898868 w 990308"/>
              <a:gd name="connsiteY0-2" fmla="*/ 564064 h 655504"/>
              <a:gd name="connsiteX1-3" fmla="*/ 0 w 990308"/>
              <a:gd name="connsiteY1-4" fmla="*/ 564064 h 655504"/>
              <a:gd name="connsiteX2-5" fmla="*/ 898868 w 990308"/>
              <a:gd name="connsiteY2-6" fmla="*/ 0 h 655504"/>
              <a:gd name="connsiteX3-7" fmla="*/ 990308 w 990308"/>
              <a:gd name="connsiteY3-8" fmla="*/ 655504 h 655504"/>
              <a:gd name="connsiteX0-9" fmla="*/ 898868 w 898868"/>
              <a:gd name="connsiteY0-10" fmla="*/ 564064 h 564064"/>
              <a:gd name="connsiteX1-11" fmla="*/ 0 w 898868"/>
              <a:gd name="connsiteY1-12" fmla="*/ 564064 h 564064"/>
              <a:gd name="connsiteX2-13" fmla="*/ 898868 w 898868"/>
              <a:gd name="connsiteY2-14" fmla="*/ 0 h 564064"/>
              <a:gd name="connsiteX0-15" fmla="*/ 0 w 898868"/>
              <a:gd name="connsiteY0-16" fmla="*/ 564064 h 564064"/>
              <a:gd name="connsiteX1-17" fmla="*/ 898868 w 898868"/>
              <a:gd name="connsiteY1-18" fmla="*/ 0 h 5640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98868" h="564064">
                <a:moveTo>
                  <a:pt x="0" y="564064"/>
                </a:moveTo>
                <a:lnTo>
                  <a:pt x="898868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29"/>
            </p:custDataLst>
          </p:nvPr>
        </p:nvSpPr>
        <p:spPr>
          <a:xfrm>
            <a:off x="11748770" y="6576060"/>
            <a:ext cx="443230" cy="278130"/>
          </a:xfrm>
          <a:custGeom>
            <a:avLst/>
            <a:gdLst>
              <a:gd name="connsiteX0" fmla="*/ 519582 w 519582"/>
              <a:gd name="connsiteY0" fmla="*/ 0 h 326053"/>
              <a:gd name="connsiteX1" fmla="*/ 519581 w 519582"/>
              <a:gd name="connsiteY1" fmla="*/ 326052 h 326053"/>
              <a:gd name="connsiteX2" fmla="*/ 0 w 519582"/>
              <a:gd name="connsiteY2" fmla="*/ 326053 h 326053"/>
              <a:gd name="connsiteX3" fmla="*/ 519582 w 519582"/>
              <a:gd name="connsiteY3" fmla="*/ 0 h 326053"/>
              <a:gd name="connsiteX0-1" fmla="*/ 519581 w 611021"/>
              <a:gd name="connsiteY0-2" fmla="*/ 326052 h 417492"/>
              <a:gd name="connsiteX1-3" fmla="*/ 0 w 611021"/>
              <a:gd name="connsiteY1-4" fmla="*/ 326053 h 417492"/>
              <a:gd name="connsiteX2-5" fmla="*/ 519582 w 611021"/>
              <a:gd name="connsiteY2-6" fmla="*/ 0 h 417492"/>
              <a:gd name="connsiteX3-7" fmla="*/ 611021 w 611021"/>
              <a:gd name="connsiteY3-8" fmla="*/ 417492 h 417492"/>
              <a:gd name="connsiteX0-9" fmla="*/ 519581 w 519582"/>
              <a:gd name="connsiteY0-10" fmla="*/ 326052 h 326053"/>
              <a:gd name="connsiteX1-11" fmla="*/ 0 w 519582"/>
              <a:gd name="connsiteY1-12" fmla="*/ 326053 h 326053"/>
              <a:gd name="connsiteX2-13" fmla="*/ 519582 w 519582"/>
              <a:gd name="connsiteY2-14" fmla="*/ 0 h 326053"/>
              <a:gd name="connsiteX0-15" fmla="*/ 0 w 519582"/>
              <a:gd name="connsiteY0-16" fmla="*/ 326053 h 326053"/>
              <a:gd name="connsiteX1-17" fmla="*/ 519582 w 519582"/>
              <a:gd name="connsiteY1-18" fmla="*/ 0 h 3260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519582" h="326053">
                <a:moveTo>
                  <a:pt x="0" y="326053"/>
                </a:moveTo>
                <a:lnTo>
                  <a:pt x="519582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30"/>
            </p:custDataLst>
          </p:nvPr>
        </p:nvSpPr>
        <p:spPr>
          <a:xfrm>
            <a:off x="12082145" y="6778625"/>
            <a:ext cx="109855" cy="76200"/>
          </a:xfrm>
          <a:custGeom>
            <a:avLst/>
            <a:gdLst>
              <a:gd name="connsiteX0" fmla="*/ 128351 w 128352"/>
              <a:gd name="connsiteY0" fmla="*/ 0 h 80544"/>
              <a:gd name="connsiteX1" fmla="*/ 128352 w 128352"/>
              <a:gd name="connsiteY1" fmla="*/ 80543 h 80544"/>
              <a:gd name="connsiteX2" fmla="*/ 0 w 128352"/>
              <a:gd name="connsiteY2" fmla="*/ 80544 h 80544"/>
              <a:gd name="connsiteX3" fmla="*/ 128351 w 128352"/>
              <a:gd name="connsiteY3" fmla="*/ 0 h 80544"/>
              <a:gd name="connsiteX0-1" fmla="*/ 128352 w 219792"/>
              <a:gd name="connsiteY0-2" fmla="*/ 80543 h 171983"/>
              <a:gd name="connsiteX1-3" fmla="*/ 0 w 219792"/>
              <a:gd name="connsiteY1-4" fmla="*/ 80544 h 171983"/>
              <a:gd name="connsiteX2-5" fmla="*/ 128351 w 219792"/>
              <a:gd name="connsiteY2-6" fmla="*/ 0 h 171983"/>
              <a:gd name="connsiteX3-7" fmla="*/ 219792 w 219792"/>
              <a:gd name="connsiteY3-8" fmla="*/ 171983 h 171983"/>
              <a:gd name="connsiteX0-9" fmla="*/ 128352 w 128352"/>
              <a:gd name="connsiteY0-10" fmla="*/ 80543 h 80544"/>
              <a:gd name="connsiteX1-11" fmla="*/ 0 w 128352"/>
              <a:gd name="connsiteY1-12" fmla="*/ 80544 h 80544"/>
              <a:gd name="connsiteX2-13" fmla="*/ 128351 w 128352"/>
              <a:gd name="connsiteY2-14" fmla="*/ 0 h 80544"/>
              <a:gd name="connsiteX0-15" fmla="*/ 0 w 128351"/>
              <a:gd name="connsiteY0-16" fmla="*/ 80544 h 80544"/>
              <a:gd name="connsiteX1-17" fmla="*/ 128351 w 128351"/>
              <a:gd name="connsiteY1-18" fmla="*/ 0 h 805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28351" h="80544">
                <a:moveTo>
                  <a:pt x="0" y="80544"/>
                </a:moveTo>
                <a:lnTo>
                  <a:pt x="128351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3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6" Type="http://schemas.openxmlformats.org/officeDocument/2006/relationships/slideLayout" Target="../slideLayouts/slideLayout16.xml"/><Relationship Id="rId25" Type="http://schemas.openxmlformats.org/officeDocument/2006/relationships/tags" Target="../tags/tag218.xml"/><Relationship Id="rId24" Type="http://schemas.openxmlformats.org/officeDocument/2006/relationships/tags" Target="../tags/tag217.xml"/><Relationship Id="rId23" Type="http://schemas.openxmlformats.org/officeDocument/2006/relationships/tags" Target="../tags/tag216.xml"/><Relationship Id="rId22" Type="http://schemas.openxmlformats.org/officeDocument/2006/relationships/tags" Target="../tags/tag215.xml"/><Relationship Id="rId21" Type="http://schemas.openxmlformats.org/officeDocument/2006/relationships/tags" Target="../tags/tag214.xml"/><Relationship Id="rId20" Type="http://schemas.openxmlformats.org/officeDocument/2006/relationships/tags" Target="../tags/tag213.xml"/><Relationship Id="rId2" Type="http://schemas.openxmlformats.org/officeDocument/2006/relationships/tags" Target="../tags/tag195.xml"/><Relationship Id="rId19" Type="http://schemas.openxmlformats.org/officeDocument/2006/relationships/tags" Target="../tags/tag212.xml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tags" Target="../tags/tag19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ags" Target="../tags/tag225.xml"/><Relationship Id="rId37" Type="http://schemas.openxmlformats.org/officeDocument/2006/relationships/slideLayout" Target="../slideLayouts/slideLayout16.xml"/><Relationship Id="rId36" Type="http://schemas.openxmlformats.org/officeDocument/2006/relationships/tags" Target="../tags/tag253.xml"/><Relationship Id="rId35" Type="http://schemas.openxmlformats.org/officeDocument/2006/relationships/tags" Target="../tags/tag252.xml"/><Relationship Id="rId34" Type="http://schemas.openxmlformats.org/officeDocument/2006/relationships/tags" Target="../tags/tag251.xml"/><Relationship Id="rId33" Type="http://schemas.openxmlformats.org/officeDocument/2006/relationships/tags" Target="../tags/tag250.xml"/><Relationship Id="rId32" Type="http://schemas.openxmlformats.org/officeDocument/2006/relationships/tags" Target="../tags/tag249.xml"/><Relationship Id="rId31" Type="http://schemas.openxmlformats.org/officeDocument/2006/relationships/tags" Target="../tags/tag248.xml"/><Relationship Id="rId30" Type="http://schemas.openxmlformats.org/officeDocument/2006/relationships/tags" Target="../tags/tag247.xml"/><Relationship Id="rId3" Type="http://schemas.openxmlformats.org/officeDocument/2006/relationships/tags" Target="../tags/tag224.xml"/><Relationship Id="rId29" Type="http://schemas.openxmlformats.org/officeDocument/2006/relationships/tags" Target="../tags/tag246.xml"/><Relationship Id="rId28" Type="http://schemas.openxmlformats.org/officeDocument/2006/relationships/tags" Target="../tags/tag245.xml"/><Relationship Id="rId27" Type="http://schemas.openxmlformats.org/officeDocument/2006/relationships/tags" Target="../tags/tag244.xml"/><Relationship Id="rId26" Type="http://schemas.openxmlformats.org/officeDocument/2006/relationships/tags" Target="../tags/tag243.xml"/><Relationship Id="rId25" Type="http://schemas.openxmlformats.org/officeDocument/2006/relationships/tags" Target="../tags/tag242.xml"/><Relationship Id="rId24" Type="http://schemas.openxmlformats.org/officeDocument/2006/relationships/tags" Target="../tags/tag241.xml"/><Relationship Id="rId23" Type="http://schemas.openxmlformats.org/officeDocument/2006/relationships/tags" Target="../tags/tag240.xml"/><Relationship Id="rId22" Type="http://schemas.openxmlformats.org/officeDocument/2006/relationships/tags" Target="../tags/tag239.xml"/><Relationship Id="rId21" Type="http://schemas.openxmlformats.org/officeDocument/2006/relationships/tags" Target="../tags/tag238.xml"/><Relationship Id="rId20" Type="http://schemas.openxmlformats.org/officeDocument/2006/relationships/tags" Target="../tags/tag237.xml"/><Relationship Id="rId2" Type="http://schemas.openxmlformats.org/officeDocument/2006/relationships/tags" Target="../tags/tag223.xml"/><Relationship Id="rId19" Type="http://schemas.openxmlformats.org/officeDocument/2006/relationships/tags" Target="../tags/tag236.xml"/><Relationship Id="rId18" Type="http://schemas.openxmlformats.org/officeDocument/2006/relationships/tags" Target="../tags/tag235.xml"/><Relationship Id="rId17" Type="http://schemas.openxmlformats.org/officeDocument/2006/relationships/tags" Target="../tags/tag234.xml"/><Relationship Id="rId16" Type="http://schemas.openxmlformats.org/officeDocument/2006/relationships/tags" Target="../tags/tag233.xml"/><Relationship Id="rId15" Type="http://schemas.openxmlformats.org/officeDocument/2006/relationships/tags" Target="../tags/tag232.xml"/><Relationship Id="rId14" Type="http://schemas.openxmlformats.org/officeDocument/2006/relationships/tags" Target="../tags/tag231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230.xml"/><Relationship Id="rId10" Type="http://schemas.openxmlformats.org/officeDocument/2006/relationships/tags" Target="../tags/tag229.xml"/><Relationship Id="rId1" Type="http://schemas.openxmlformats.org/officeDocument/2006/relationships/tags" Target="../tags/tag22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tags" Target="../tags/tag25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tags" Target="../tags/tag262.xml"/><Relationship Id="rId7" Type="http://schemas.openxmlformats.org/officeDocument/2006/relationships/tags" Target="../tags/tag26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260.xml"/><Relationship Id="rId38" Type="http://schemas.openxmlformats.org/officeDocument/2006/relationships/slideLayout" Target="../slideLayouts/slideLayout16.xml"/><Relationship Id="rId37" Type="http://schemas.openxmlformats.org/officeDocument/2006/relationships/tags" Target="../tags/tag287.xml"/><Relationship Id="rId36" Type="http://schemas.openxmlformats.org/officeDocument/2006/relationships/tags" Target="../tags/tag286.xml"/><Relationship Id="rId35" Type="http://schemas.openxmlformats.org/officeDocument/2006/relationships/tags" Target="../tags/tag285.xml"/><Relationship Id="rId34" Type="http://schemas.openxmlformats.org/officeDocument/2006/relationships/tags" Target="../tags/tag284.xml"/><Relationship Id="rId33" Type="http://schemas.openxmlformats.org/officeDocument/2006/relationships/tags" Target="../tags/tag283.xml"/><Relationship Id="rId32" Type="http://schemas.openxmlformats.org/officeDocument/2006/relationships/tags" Target="../tags/tag282.xml"/><Relationship Id="rId31" Type="http://schemas.openxmlformats.org/officeDocument/2006/relationships/tags" Target="../tags/tag281.xml"/><Relationship Id="rId30" Type="http://schemas.openxmlformats.org/officeDocument/2006/relationships/tags" Target="../tags/tag280.xml"/><Relationship Id="rId3" Type="http://schemas.openxmlformats.org/officeDocument/2006/relationships/tags" Target="../tags/tag259.xml"/><Relationship Id="rId29" Type="http://schemas.openxmlformats.org/officeDocument/2006/relationships/tags" Target="../tags/tag279.xml"/><Relationship Id="rId28" Type="http://schemas.openxmlformats.org/officeDocument/2006/relationships/tags" Target="../tags/tag278.xml"/><Relationship Id="rId27" Type="http://schemas.openxmlformats.org/officeDocument/2006/relationships/tags" Target="../tags/tag277.xml"/><Relationship Id="rId26" Type="http://schemas.openxmlformats.org/officeDocument/2006/relationships/tags" Target="../tags/tag276.xml"/><Relationship Id="rId25" Type="http://schemas.openxmlformats.org/officeDocument/2006/relationships/tags" Target="../tags/tag275.xml"/><Relationship Id="rId24" Type="http://schemas.openxmlformats.org/officeDocument/2006/relationships/tags" Target="../tags/tag274.xml"/><Relationship Id="rId23" Type="http://schemas.openxmlformats.org/officeDocument/2006/relationships/tags" Target="../tags/tag273.xml"/><Relationship Id="rId22" Type="http://schemas.openxmlformats.org/officeDocument/2006/relationships/tags" Target="../tags/tag272.xml"/><Relationship Id="rId21" Type="http://schemas.openxmlformats.org/officeDocument/2006/relationships/tags" Target="../tags/tag271.xml"/><Relationship Id="rId20" Type="http://schemas.openxmlformats.org/officeDocument/2006/relationships/image" Target="../media/image10.svg"/><Relationship Id="rId2" Type="http://schemas.openxmlformats.org/officeDocument/2006/relationships/tags" Target="../tags/tag258.xml"/><Relationship Id="rId19" Type="http://schemas.openxmlformats.org/officeDocument/2006/relationships/image" Target="../media/image9.png"/><Relationship Id="rId18" Type="http://schemas.openxmlformats.org/officeDocument/2006/relationships/tags" Target="../tags/tag270.xml"/><Relationship Id="rId17" Type="http://schemas.openxmlformats.org/officeDocument/2006/relationships/tags" Target="../tags/tag269.xml"/><Relationship Id="rId16" Type="http://schemas.openxmlformats.org/officeDocument/2006/relationships/tags" Target="../tags/tag268.xml"/><Relationship Id="rId15" Type="http://schemas.openxmlformats.org/officeDocument/2006/relationships/tags" Target="../tags/tag267.xml"/><Relationship Id="rId14" Type="http://schemas.openxmlformats.org/officeDocument/2006/relationships/tags" Target="../tags/tag266.xml"/><Relationship Id="rId13" Type="http://schemas.openxmlformats.org/officeDocument/2006/relationships/image" Target="../media/image8.svg"/><Relationship Id="rId12" Type="http://schemas.openxmlformats.org/officeDocument/2006/relationships/image" Target="../media/image7.png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tags" Target="../tags/tag25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" Type="http://schemas.openxmlformats.org/officeDocument/2006/relationships/tags" Target="../tags/tag28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307.xml"/><Relationship Id="rId16" Type="http://schemas.openxmlformats.org/officeDocument/2006/relationships/tags" Target="../tags/tag306.xml"/><Relationship Id="rId15" Type="http://schemas.openxmlformats.org/officeDocument/2006/relationships/tags" Target="../tags/tag305.xml"/><Relationship Id="rId14" Type="http://schemas.openxmlformats.org/officeDocument/2006/relationships/tags" Target="../tags/tag304.xml"/><Relationship Id="rId13" Type="http://schemas.openxmlformats.org/officeDocument/2006/relationships/tags" Target="../tags/tag303.xml"/><Relationship Id="rId12" Type="http://schemas.openxmlformats.org/officeDocument/2006/relationships/tags" Target="../tags/tag302.xml"/><Relationship Id="rId11" Type="http://schemas.openxmlformats.org/officeDocument/2006/relationships/tags" Target="../tags/tag301.xml"/><Relationship Id="rId10" Type="http://schemas.openxmlformats.org/officeDocument/2006/relationships/tags" Target="../tags/tag300.xml"/><Relationship Id="rId1" Type="http://schemas.openxmlformats.org/officeDocument/2006/relationships/tags" Target="../tags/tag29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4" Type="http://schemas.openxmlformats.org/officeDocument/2006/relationships/slideLayout" Target="../slideLayouts/slideLayout16.xml"/><Relationship Id="rId43" Type="http://schemas.openxmlformats.org/officeDocument/2006/relationships/tags" Target="../tags/tag338.xml"/><Relationship Id="rId42" Type="http://schemas.openxmlformats.org/officeDocument/2006/relationships/tags" Target="../tags/tag337.xml"/><Relationship Id="rId41" Type="http://schemas.openxmlformats.org/officeDocument/2006/relationships/image" Target="../media/image22.svg"/><Relationship Id="rId40" Type="http://schemas.openxmlformats.org/officeDocument/2006/relationships/image" Target="../media/image21.png"/><Relationship Id="rId4" Type="http://schemas.openxmlformats.org/officeDocument/2006/relationships/tags" Target="../tags/tag311.xml"/><Relationship Id="rId39" Type="http://schemas.openxmlformats.org/officeDocument/2006/relationships/tags" Target="../tags/tag336.xml"/><Relationship Id="rId38" Type="http://schemas.openxmlformats.org/officeDocument/2006/relationships/tags" Target="../tags/tag335.xml"/><Relationship Id="rId37" Type="http://schemas.openxmlformats.org/officeDocument/2006/relationships/tags" Target="../tags/tag334.xml"/><Relationship Id="rId36" Type="http://schemas.openxmlformats.org/officeDocument/2006/relationships/tags" Target="../tags/tag333.xml"/><Relationship Id="rId35" Type="http://schemas.openxmlformats.org/officeDocument/2006/relationships/tags" Target="../tags/tag332.xml"/><Relationship Id="rId34" Type="http://schemas.openxmlformats.org/officeDocument/2006/relationships/image" Target="../media/image20.svg"/><Relationship Id="rId33" Type="http://schemas.openxmlformats.org/officeDocument/2006/relationships/image" Target="../media/image19.png"/><Relationship Id="rId32" Type="http://schemas.openxmlformats.org/officeDocument/2006/relationships/tags" Target="../tags/tag331.xml"/><Relationship Id="rId31" Type="http://schemas.openxmlformats.org/officeDocument/2006/relationships/tags" Target="../tags/tag330.xml"/><Relationship Id="rId30" Type="http://schemas.openxmlformats.org/officeDocument/2006/relationships/tags" Target="../tags/tag329.xml"/><Relationship Id="rId3" Type="http://schemas.openxmlformats.org/officeDocument/2006/relationships/tags" Target="../tags/tag310.xml"/><Relationship Id="rId29" Type="http://schemas.openxmlformats.org/officeDocument/2006/relationships/tags" Target="../tags/tag328.xml"/><Relationship Id="rId28" Type="http://schemas.openxmlformats.org/officeDocument/2006/relationships/tags" Target="../tags/tag327.xml"/><Relationship Id="rId27" Type="http://schemas.openxmlformats.org/officeDocument/2006/relationships/image" Target="../media/image18.svg"/><Relationship Id="rId26" Type="http://schemas.openxmlformats.org/officeDocument/2006/relationships/image" Target="../media/image17.png"/><Relationship Id="rId25" Type="http://schemas.openxmlformats.org/officeDocument/2006/relationships/tags" Target="../tags/tag326.xml"/><Relationship Id="rId24" Type="http://schemas.openxmlformats.org/officeDocument/2006/relationships/tags" Target="../tags/tag325.xml"/><Relationship Id="rId23" Type="http://schemas.openxmlformats.org/officeDocument/2006/relationships/tags" Target="../tags/tag324.xml"/><Relationship Id="rId22" Type="http://schemas.openxmlformats.org/officeDocument/2006/relationships/tags" Target="../tags/tag323.xml"/><Relationship Id="rId21" Type="http://schemas.openxmlformats.org/officeDocument/2006/relationships/tags" Target="../tags/tag322.xml"/><Relationship Id="rId20" Type="http://schemas.openxmlformats.org/officeDocument/2006/relationships/image" Target="../media/image16.svg"/><Relationship Id="rId2" Type="http://schemas.openxmlformats.org/officeDocument/2006/relationships/tags" Target="../tags/tag309.xml"/><Relationship Id="rId19" Type="http://schemas.openxmlformats.org/officeDocument/2006/relationships/image" Target="../media/image15.png"/><Relationship Id="rId18" Type="http://schemas.openxmlformats.org/officeDocument/2006/relationships/tags" Target="../tags/tag321.xml"/><Relationship Id="rId17" Type="http://schemas.openxmlformats.org/officeDocument/2006/relationships/tags" Target="../tags/tag320.xml"/><Relationship Id="rId16" Type="http://schemas.openxmlformats.org/officeDocument/2006/relationships/tags" Target="../tags/tag319.xml"/><Relationship Id="rId15" Type="http://schemas.openxmlformats.org/officeDocument/2006/relationships/tags" Target="../tags/tag318.xml"/><Relationship Id="rId14" Type="http://schemas.openxmlformats.org/officeDocument/2006/relationships/tags" Target="../tags/tag317.xml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tags" Target="../tags/tag316.xml"/><Relationship Id="rId10" Type="http://schemas.openxmlformats.org/officeDocument/2006/relationships/tags" Target="../tags/tag315.xml"/><Relationship Id="rId1" Type="http://schemas.openxmlformats.org/officeDocument/2006/relationships/tags" Target="../tags/tag30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tags" Target="../tags/tag33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8" Type="http://schemas.openxmlformats.org/officeDocument/2006/relationships/tags" Target="../tags/tag347.xml"/><Relationship Id="rId7" Type="http://schemas.openxmlformats.org/officeDocument/2006/relationships/tags" Target="../tags/tag346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tags" Target="../tags/tag345.xml"/><Relationship Id="rId3" Type="http://schemas.openxmlformats.org/officeDocument/2006/relationships/tags" Target="../tags/tag344.xml"/><Relationship Id="rId26" Type="http://schemas.openxmlformats.org/officeDocument/2006/relationships/slideLayout" Target="../slideLayouts/slideLayout16.xml"/><Relationship Id="rId25" Type="http://schemas.openxmlformats.org/officeDocument/2006/relationships/tags" Target="../tags/tag360.xml"/><Relationship Id="rId24" Type="http://schemas.openxmlformats.org/officeDocument/2006/relationships/tags" Target="../tags/tag359.xml"/><Relationship Id="rId23" Type="http://schemas.openxmlformats.org/officeDocument/2006/relationships/tags" Target="../tags/tag358.xml"/><Relationship Id="rId22" Type="http://schemas.openxmlformats.org/officeDocument/2006/relationships/image" Target="../media/image28.svg"/><Relationship Id="rId21" Type="http://schemas.openxmlformats.org/officeDocument/2006/relationships/image" Target="../media/image27.png"/><Relationship Id="rId20" Type="http://schemas.openxmlformats.org/officeDocument/2006/relationships/tags" Target="../tags/tag357.xml"/><Relationship Id="rId2" Type="http://schemas.openxmlformats.org/officeDocument/2006/relationships/tags" Target="../tags/tag343.xml"/><Relationship Id="rId19" Type="http://schemas.openxmlformats.org/officeDocument/2006/relationships/tags" Target="../tags/tag356.xml"/><Relationship Id="rId18" Type="http://schemas.openxmlformats.org/officeDocument/2006/relationships/tags" Target="../tags/tag355.xml"/><Relationship Id="rId17" Type="http://schemas.openxmlformats.org/officeDocument/2006/relationships/tags" Target="../tags/tag354.xml"/><Relationship Id="rId16" Type="http://schemas.openxmlformats.org/officeDocument/2006/relationships/tags" Target="../tags/tag353.xml"/><Relationship Id="rId15" Type="http://schemas.openxmlformats.org/officeDocument/2006/relationships/tags" Target="../tags/tag352.xml"/><Relationship Id="rId14" Type="http://schemas.openxmlformats.org/officeDocument/2006/relationships/image" Target="../media/image26.svg"/><Relationship Id="rId13" Type="http://schemas.openxmlformats.org/officeDocument/2006/relationships/image" Target="../media/image25.png"/><Relationship Id="rId12" Type="http://schemas.openxmlformats.org/officeDocument/2006/relationships/tags" Target="../tags/tag351.xml"/><Relationship Id="rId11" Type="http://schemas.openxmlformats.org/officeDocument/2006/relationships/tags" Target="../tags/tag350.xml"/><Relationship Id="rId10" Type="http://schemas.openxmlformats.org/officeDocument/2006/relationships/tags" Target="../tags/tag349.xml"/><Relationship Id="rId1" Type="http://schemas.openxmlformats.org/officeDocument/2006/relationships/tags" Target="../tags/tag34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67.xml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tags" Target="../tags/tag366.xml"/><Relationship Id="rId5" Type="http://schemas.openxmlformats.org/officeDocument/2006/relationships/tags" Target="../tags/tag365.xml"/><Relationship Id="rId4" Type="http://schemas.openxmlformats.org/officeDocument/2006/relationships/tags" Target="../tags/tag364.xml"/><Relationship Id="rId32" Type="http://schemas.openxmlformats.org/officeDocument/2006/relationships/slideLayout" Target="../slideLayouts/slideLayout16.xml"/><Relationship Id="rId31" Type="http://schemas.openxmlformats.org/officeDocument/2006/relationships/tags" Target="../tags/tag383.xml"/><Relationship Id="rId30" Type="http://schemas.openxmlformats.org/officeDocument/2006/relationships/tags" Target="../tags/tag382.xml"/><Relationship Id="rId3" Type="http://schemas.openxmlformats.org/officeDocument/2006/relationships/tags" Target="../tags/tag363.xml"/><Relationship Id="rId29" Type="http://schemas.openxmlformats.org/officeDocument/2006/relationships/image" Target="../media/image36.svg"/><Relationship Id="rId28" Type="http://schemas.openxmlformats.org/officeDocument/2006/relationships/image" Target="../media/image35.png"/><Relationship Id="rId27" Type="http://schemas.openxmlformats.org/officeDocument/2006/relationships/tags" Target="../tags/tag381.xml"/><Relationship Id="rId26" Type="http://schemas.openxmlformats.org/officeDocument/2006/relationships/tags" Target="../tags/tag380.xml"/><Relationship Id="rId25" Type="http://schemas.openxmlformats.org/officeDocument/2006/relationships/tags" Target="../tags/tag379.xml"/><Relationship Id="rId24" Type="http://schemas.openxmlformats.org/officeDocument/2006/relationships/tags" Target="../tags/tag378.xml"/><Relationship Id="rId23" Type="http://schemas.openxmlformats.org/officeDocument/2006/relationships/tags" Target="../tags/tag377.xml"/><Relationship Id="rId22" Type="http://schemas.openxmlformats.org/officeDocument/2006/relationships/image" Target="../media/image34.svg"/><Relationship Id="rId21" Type="http://schemas.openxmlformats.org/officeDocument/2006/relationships/image" Target="../media/image33.png"/><Relationship Id="rId20" Type="http://schemas.openxmlformats.org/officeDocument/2006/relationships/tags" Target="../tags/tag376.xml"/><Relationship Id="rId2" Type="http://schemas.openxmlformats.org/officeDocument/2006/relationships/tags" Target="../tags/tag362.xml"/><Relationship Id="rId19" Type="http://schemas.openxmlformats.org/officeDocument/2006/relationships/tags" Target="../tags/tag375.xml"/><Relationship Id="rId18" Type="http://schemas.openxmlformats.org/officeDocument/2006/relationships/tags" Target="../tags/tag374.xml"/><Relationship Id="rId17" Type="http://schemas.openxmlformats.org/officeDocument/2006/relationships/tags" Target="../tags/tag373.xml"/><Relationship Id="rId16" Type="http://schemas.openxmlformats.org/officeDocument/2006/relationships/tags" Target="../tags/tag372.xml"/><Relationship Id="rId15" Type="http://schemas.openxmlformats.org/officeDocument/2006/relationships/image" Target="../media/image32.svg"/><Relationship Id="rId14" Type="http://schemas.openxmlformats.org/officeDocument/2006/relationships/image" Target="../media/image31.png"/><Relationship Id="rId13" Type="http://schemas.openxmlformats.org/officeDocument/2006/relationships/tags" Target="../tags/tag371.xml"/><Relationship Id="rId12" Type="http://schemas.openxmlformats.org/officeDocument/2006/relationships/tags" Target="../tags/tag370.xml"/><Relationship Id="rId11" Type="http://schemas.openxmlformats.org/officeDocument/2006/relationships/tags" Target="../tags/tag369.xml"/><Relationship Id="rId10" Type="http://schemas.openxmlformats.org/officeDocument/2006/relationships/tags" Target="../tags/tag368.xml"/><Relationship Id="rId1" Type="http://schemas.openxmlformats.org/officeDocument/2006/relationships/tags" Target="../tags/tag36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tags" Target="../tags/tag388.xml"/><Relationship Id="rId4" Type="http://schemas.openxmlformats.org/officeDocument/2006/relationships/tags" Target="../tags/tag387.xml"/><Relationship Id="rId3" Type="http://schemas.openxmlformats.org/officeDocument/2006/relationships/tags" Target="../tags/tag386.xml"/><Relationship Id="rId2" Type="http://schemas.openxmlformats.org/officeDocument/2006/relationships/tags" Target="../tags/tag385.xml"/><Relationship Id="rId1" Type="http://schemas.openxmlformats.org/officeDocument/2006/relationships/tags" Target="../tags/tag38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95.xml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tags" Target="../tags/tag394.xml"/><Relationship Id="rId5" Type="http://schemas.openxmlformats.org/officeDocument/2006/relationships/tags" Target="../tags/tag393.xml"/><Relationship Id="rId42" Type="http://schemas.openxmlformats.org/officeDocument/2006/relationships/slideLayout" Target="../slideLayouts/slideLayout16.xml"/><Relationship Id="rId41" Type="http://schemas.openxmlformats.org/officeDocument/2006/relationships/tags" Target="../tags/tag421.xml"/><Relationship Id="rId40" Type="http://schemas.openxmlformats.org/officeDocument/2006/relationships/image" Target="../media/image44.svg"/><Relationship Id="rId4" Type="http://schemas.openxmlformats.org/officeDocument/2006/relationships/tags" Target="../tags/tag392.xml"/><Relationship Id="rId39" Type="http://schemas.openxmlformats.org/officeDocument/2006/relationships/image" Target="../media/image43.png"/><Relationship Id="rId38" Type="http://schemas.openxmlformats.org/officeDocument/2006/relationships/tags" Target="../tags/tag420.xml"/><Relationship Id="rId37" Type="http://schemas.openxmlformats.org/officeDocument/2006/relationships/tags" Target="../tags/tag419.xml"/><Relationship Id="rId36" Type="http://schemas.openxmlformats.org/officeDocument/2006/relationships/tags" Target="../tags/tag418.xml"/><Relationship Id="rId35" Type="http://schemas.openxmlformats.org/officeDocument/2006/relationships/tags" Target="../tags/tag417.xml"/><Relationship Id="rId34" Type="http://schemas.openxmlformats.org/officeDocument/2006/relationships/tags" Target="../tags/tag416.xml"/><Relationship Id="rId33" Type="http://schemas.openxmlformats.org/officeDocument/2006/relationships/tags" Target="../tags/tag415.xml"/><Relationship Id="rId32" Type="http://schemas.openxmlformats.org/officeDocument/2006/relationships/tags" Target="../tags/tag414.xml"/><Relationship Id="rId31" Type="http://schemas.openxmlformats.org/officeDocument/2006/relationships/tags" Target="../tags/tag413.xml"/><Relationship Id="rId30" Type="http://schemas.openxmlformats.org/officeDocument/2006/relationships/tags" Target="../tags/tag412.xml"/><Relationship Id="rId3" Type="http://schemas.openxmlformats.org/officeDocument/2006/relationships/tags" Target="../tags/tag391.xml"/><Relationship Id="rId29" Type="http://schemas.openxmlformats.org/officeDocument/2006/relationships/tags" Target="../tags/tag411.xml"/><Relationship Id="rId28" Type="http://schemas.openxmlformats.org/officeDocument/2006/relationships/image" Target="../media/image42.svg"/><Relationship Id="rId27" Type="http://schemas.openxmlformats.org/officeDocument/2006/relationships/image" Target="../media/image41.png"/><Relationship Id="rId26" Type="http://schemas.openxmlformats.org/officeDocument/2006/relationships/tags" Target="../tags/tag410.xml"/><Relationship Id="rId25" Type="http://schemas.openxmlformats.org/officeDocument/2006/relationships/tags" Target="../tags/tag409.xml"/><Relationship Id="rId24" Type="http://schemas.openxmlformats.org/officeDocument/2006/relationships/tags" Target="../tags/tag408.xml"/><Relationship Id="rId23" Type="http://schemas.openxmlformats.org/officeDocument/2006/relationships/tags" Target="../tags/tag407.xml"/><Relationship Id="rId22" Type="http://schemas.openxmlformats.org/officeDocument/2006/relationships/tags" Target="../tags/tag406.xml"/><Relationship Id="rId21" Type="http://schemas.openxmlformats.org/officeDocument/2006/relationships/tags" Target="../tags/tag405.xml"/><Relationship Id="rId20" Type="http://schemas.openxmlformats.org/officeDocument/2006/relationships/tags" Target="../tags/tag404.xml"/><Relationship Id="rId2" Type="http://schemas.openxmlformats.org/officeDocument/2006/relationships/tags" Target="../tags/tag390.xml"/><Relationship Id="rId19" Type="http://schemas.openxmlformats.org/officeDocument/2006/relationships/tags" Target="../tags/tag403.xml"/><Relationship Id="rId18" Type="http://schemas.openxmlformats.org/officeDocument/2006/relationships/image" Target="../media/image40.svg"/><Relationship Id="rId17" Type="http://schemas.openxmlformats.org/officeDocument/2006/relationships/image" Target="../media/image39.png"/><Relationship Id="rId16" Type="http://schemas.openxmlformats.org/officeDocument/2006/relationships/tags" Target="../tags/tag402.xml"/><Relationship Id="rId15" Type="http://schemas.openxmlformats.org/officeDocument/2006/relationships/tags" Target="../tags/tag401.xml"/><Relationship Id="rId14" Type="http://schemas.openxmlformats.org/officeDocument/2006/relationships/tags" Target="../tags/tag400.xml"/><Relationship Id="rId13" Type="http://schemas.openxmlformats.org/officeDocument/2006/relationships/tags" Target="../tags/tag399.xml"/><Relationship Id="rId12" Type="http://schemas.openxmlformats.org/officeDocument/2006/relationships/tags" Target="../tags/tag398.xml"/><Relationship Id="rId11" Type="http://schemas.openxmlformats.org/officeDocument/2006/relationships/tags" Target="../tags/tag397.xml"/><Relationship Id="rId10" Type="http://schemas.openxmlformats.org/officeDocument/2006/relationships/tags" Target="../tags/tag396.xml"/><Relationship Id="rId1" Type="http://schemas.openxmlformats.org/officeDocument/2006/relationships/tags" Target="../tags/tag38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30.xml"/><Relationship Id="rId8" Type="http://schemas.openxmlformats.org/officeDocument/2006/relationships/tags" Target="../tags/tag429.xml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4" Type="http://schemas.openxmlformats.org/officeDocument/2006/relationships/tags" Target="../tags/tag425.xml"/><Relationship Id="rId34" Type="http://schemas.openxmlformats.org/officeDocument/2006/relationships/slideLayout" Target="../slideLayouts/slideLayout16.xml"/><Relationship Id="rId33" Type="http://schemas.openxmlformats.org/officeDocument/2006/relationships/tags" Target="../tags/tag454.xml"/><Relationship Id="rId32" Type="http://schemas.openxmlformats.org/officeDocument/2006/relationships/tags" Target="../tags/tag453.xml"/><Relationship Id="rId31" Type="http://schemas.openxmlformats.org/officeDocument/2006/relationships/tags" Target="../tags/tag452.xml"/><Relationship Id="rId30" Type="http://schemas.openxmlformats.org/officeDocument/2006/relationships/tags" Target="../tags/tag451.xml"/><Relationship Id="rId3" Type="http://schemas.openxmlformats.org/officeDocument/2006/relationships/tags" Target="../tags/tag424.xml"/><Relationship Id="rId29" Type="http://schemas.openxmlformats.org/officeDocument/2006/relationships/tags" Target="../tags/tag450.xml"/><Relationship Id="rId28" Type="http://schemas.openxmlformats.org/officeDocument/2006/relationships/tags" Target="../tags/tag449.xml"/><Relationship Id="rId27" Type="http://schemas.openxmlformats.org/officeDocument/2006/relationships/tags" Target="../tags/tag448.xml"/><Relationship Id="rId26" Type="http://schemas.openxmlformats.org/officeDocument/2006/relationships/tags" Target="../tags/tag447.xml"/><Relationship Id="rId25" Type="http://schemas.openxmlformats.org/officeDocument/2006/relationships/tags" Target="../tags/tag446.xml"/><Relationship Id="rId24" Type="http://schemas.openxmlformats.org/officeDocument/2006/relationships/tags" Target="../tags/tag445.xml"/><Relationship Id="rId23" Type="http://schemas.openxmlformats.org/officeDocument/2006/relationships/tags" Target="../tags/tag444.xml"/><Relationship Id="rId22" Type="http://schemas.openxmlformats.org/officeDocument/2006/relationships/tags" Target="../tags/tag443.xml"/><Relationship Id="rId21" Type="http://schemas.openxmlformats.org/officeDocument/2006/relationships/tags" Target="../tags/tag442.xml"/><Relationship Id="rId20" Type="http://schemas.openxmlformats.org/officeDocument/2006/relationships/tags" Target="../tags/tag441.xml"/><Relationship Id="rId2" Type="http://schemas.openxmlformats.org/officeDocument/2006/relationships/tags" Target="../tags/tag423.xml"/><Relationship Id="rId19" Type="http://schemas.openxmlformats.org/officeDocument/2006/relationships/tags" Target="../tags/tag440.xml"/><Relationship Id="rId18" Type="http://schemas.openxmlformats.org/officeDocument/2006/relationships/tags" Target="../tags/tag439.xml"/><Relationship Id="rId17" Type="http://schemas.openxmlformats.org/officeDocument/2006/relationships/tags" Target="../tags/tag438.xml"/><Relationship Id="rId16" Type="http://schemas.openxmlformats.org/officeDocument/2006/relationships/tags" Target="../tags/tag437.xml"/><Relationship Id="rId15" Type="http://schemas.openxmlformats.org/officeDocument/2006/relationships/tags" Target="../tags/tag436.xml"/><Relationship Id="rId14" Type="http://schemas.openxmlformats.org/officeDocument/2006/relationships/tags" Target="../tags/tag435.xml"/><Relationship Id="rId13" Type="http://schemas.openxmlformats.org/officeDocument/2006/relationships/tags" Target="../tags/tag434.xml"/><Relationship Id="rId12" Type="http://schemas.openxmlformats.org/officeDocument/2006/relationships/tags" Target="../tags/tag433.xml"/><Relationship Id="rId11" Type="http://schemas.openxmlformats.org/officeDocument/2006/relationships/tags" Target="../tags/tag432.xml"/><Relationship Id="rId10" Type="http://schemas.openxmlformats.org/officeDocument/2006/relationships/tags" Target="../tags/tag431.xml"/><Relationship Id="rId1" Type="http://schemas.openxmlformats.org/officeDocument/2006/relationships/tags" Target="../tags/tag42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457.xml"/><Relationship Id="rId2" Type="http://schemas.openxmlformats.org/officeDocument/2006/relationships/tags" Target="../tags/tag456.xml"/><Relationship Id="rId1" Type="http://schemas.openxmlformats.org/officeDocument/2006/relationships/tags" Target="../tags/tag45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svg"/><Relationship Id="rId8" Type="http://schemas.openxmlformats.org/officeDocument/2006/relationships/image" Target="../media/image45.png"/><Relationship Id="rId7" Type="http://schemas.openxmlformats.org/officeDocument/2006/relationships/tags" Target="../tags/tag464.xml"/><Relationship Id="rId6" Type="http://schemas.openxmlformats.org/officeDocument/2006/relationships/tags" Target="../tags/tag463.xml"/><Relationship Id="rId5" Type="http://schemas.openxmlformats.org/officeDocument/2006/relationships/tags" Target="../tags/tag462.xml"/><Relationship Id="rId4" Type="http://schemas.openxmlformats.org/officeDocument/2006/relationships/tags" Target="../tags/tag461.xml"/><Relationship Id="rId31" Type="http://schemas.openxmlformats.org/officeDocument/2006/relationships/slideLayout" Target="../slideLayouts/slideLayout16.xml"/><Relationship Id="rId30" Type="http://schemas.openxmlformats.org/officeDocument/2006/relationships/tags" Target="../tags/tag483.xml"/><Relationship Id="rId3" Type="http://schemas.openxmlformats.org/officeDocument/2006/relationships/tags" Target="../tags/tag460.xml"/><Relationship Id="rId29" Type="http://schemas.openxmlformats.org/officeDocument/2006/relationships/tags" Target="../tags/tag482.xml"/><Relationship Id="rId28" Type="http://schemas.openxmlformats.org/officeDocument/2006/relationships/tags" Target="../tags/tag481.xml"/><Relationship Id="rId27" Type="http://schemas.openxmlformats.org/officeDocument/2006/relationships/tags" Target="../tags/tag480.xml"/><Relationship Id="rId26" Type="http://schemas.openxmlformats.org/officeDocument/2006/relationships/tags" Target="../tags/tag479.xml"/><Relationship Id="rId25" Type="http://schemas.openxmlformats.org/officeDocument/2006/relationships/tags" Target="../tags/tag478.xml"/><Relationship Id="rId24" Type="http://schemas.openxmlformats.org/officeDocument/2006/relationships/tags" Target="../tags/tag477.xml"/><Relationship Id="rId23" Type="http://schemas.openxmlformats.org/officeDocument/2006/relationships/tags" Target="../tags/tag476.xml"/><Relationship Id="rId22" Type="http://schemas.openxmlformats.org/officeDocument/2006/relationships/tags" Target="../tags/tag475.xml"/><Relationship Id="rId21" Type="http://schemas.openxmlformats.org/officeDocument/2006/relationships/tags" Target="../tags/tag474.xml"/><Relationship Id="rId20" Type="http://schemas.openxmlformats.org/officeDocument/2006/relationships/tags" Target="../tags/tag473.xml"/><Relationship Id="rId2" Type="http://schemas.openxmlformats.org/officeDocument/2006/relationships/tags" Target="../tags/tag459.xml"/><Relationship Id="rId19" Type="http://schemas.openxmlformats.org/officeDocument/2006/relationships/tags" Target="../tags/tag472.xml"/><Relationship Id="rId18" Type="http://schemas.openxmlformats.org/officeDocument/2006/relationships/tags" Target="../tags/tag471.xml"/><Relationship Id="rId17" Type="http://schemas.openxmlformats.org/officeDocument/2006/relationships/tags" Target="../tags/tag470.xml"/><Relationship Id="rId16" Type="http://schemas.openxmlformats.org/officeDocument/2006/relationships/image" Target="../media/image2.svg"/><Relationship Id="rId15" Type="http://schemas.openxmlformats.org/officeDocument/2006/relationships/image" Target="../media/image47.png"/><Relationship Id="rId14" Type="http://schemas.openxmlformats.org/officeDocument/2006/relationships/tags" Target="../tags/tag469.xml"/><Relationship Id="rId13" Type="http://schemas.openxmlformats.org/officeDocument/2006/relationships/tags" Target="../tags/tag468.xml"/><Relationship Id="rId12" Type="http://schemas.openxmlformats.org/officeDocument/2006/relationships/tags" Target="../tags/tag467.xml"/><Relationship Id="rId11" Type="http://schemas.openxmlformats.org/officeDocument/2006/relationships/tags" Target="../tags/tag466.xml"/><Relationship Id="rId10" Type="http://schemas.openxmlformats.org/officeDocument/2006/relationships/tags" Target="../tags/tag465.xml"/><Relationship Id="rId1" Type="http://schemas.openxmlformats.org/officeDocument/2006/relationships/tags" Target="../tags/tag45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tags" Target="../tags/tag491.xml"/><Relationship Id="rId7" Type="http://schemas.openxmlformats.org/officeDocument/2006/relationships/tags" Target="../tags/tag490.xml"/><Relationship Id="rId6" Type="http://schemas.openxmlformats.org/officeDocument/2006/relationships/tags" Target="../tags/tag489.xml"/><Relationship Id="rId5" Type="http://schemas.openxmlformats.org/officeDocument/2006/relationships/tags" Target="../tags/tag488.xml"/><Relationship Id="rId4" Type="http://schemas.openxmlformats.org/officeDocument/2006/relationships/tags" Target="../tags/tag487.xml"/><Relationship Id="rId3" Type="http://schemas.openxmlformats.org/officeDocument/2006/relationships/tags" Target="../tags/tag486.xml"/><Relationship Id="rId2" Type="http://schemas.openxmlformats.org/officeDocument/2006/relationships/tags" Target="../tags/tag485.xml"/><Relationship Id="rId1" Type="http://schemas.openxmlformats.org/officeDocument/2006/relationships/tags" Target="../tags/tag48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7" Type="http://schemas.openxmlformats.org/officeDocument/2006/relationships/tags" Target="../tags/tag498.xml"/><Relationship Id="rId6" Type="http://schemas.openxmlformats.org/officeDocument/2006/relationships/tags" Target="../tags/tag497.xml"/><Relationship Id="rId5" Type="http://schemas.openxmlformats.org/officeDocument/2006/relationships/tags" Target="../tags/tag496.xml"/><Relationship Id="rId4" Type="http://schemas.openxmlformats.org/officeDocument/2006/relationships/tags" Target="../tags/tag495.xml"/><Relationship Id="rId3" Type="http://schemas.openxmlformats.org/officeDocument/2006/relationships/tags" Target="../tags/tag494.xml"/><Relationship Id="rId2" Type="http://schemas.openxmlformats.org/officeDocument/2006/relationships/tags" Target="../tags/tag493.xml"/><Relationship Id="rId1" Type="http://schemas.openxmlformats.org/officeDocument/2006/relationships/tags" Target="../tags/tag49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505.xml"/><Relationship Id="rId8" Type="http://schemas.openxmlformats.org/officeDocument/2006/relationships/tags" Target="../tags/tag504.xml"/><Relationship Id="rId7" Type="http://schemas.openxmlformats.org/officeDocument/2006/relationships/tags" Target="../tags/tag503.xml"/><Relationship Id="rId6" Type="http://schemas.openxmlformats.org/officeDocument/2006/relationships/image" Target="../media/image2.svg"/><Relationship Id="rId5" Type="http://schemas.openxmlformats.org/officeDocument/2006/relationships/image" Target="../media/image47.png"/><Relationship Id="rId4" Type="http://schemas.openxmlformats.org/officeDocument/2006/relationships/tags" Target="../tags/tag502.xml"/><Relationship Id="rId37" Type="http://schemas.openxmlformats.org/officeDocument/2006/relationships/slideLayout" Target="../slideLayouts/slideLayout16.xml"/><Relationship Id="rId36" Type="http://schemas.openxmlformats.org/officeDocument/2006/relationships/tags" Target="../tags/tag524.xml"/><Relationship Id="rId35" Type="http://schemas.openxmlformats.org/officeDocument/2006/relationships/tags" Target="../tags/tag523.xml"/><Relationship Id="rId34" Type="http://schemas.openxmlformats.org/officeDocument/2006/relationships/image" Target="../media/image55.svg"/><Relationship Id="rId33" Type="http://schemas.openxmlformats.org/officeDocument/2006/relationships/image" Target="../media/image54.png"/><Relationship Id="rId32" Type="http://schemas.openxmlformats.org/officeDocument/2006/relationships/tags" Target="../tags/tag522.xml"/><Relationship Id="rId31" Type="http://schemas.openxmlformats.org/officeDocument/2006/relationships/tags" Target="../tags/tag521.xml"/><Relationship Id="rId30" Type="http://schemas.openxmlformats.org/officeDocument/2006/relationships/tags" Target="../tags/tag520.xml"/><Relationship Id="rId3" Type="http://schemas.openxmlformats.org/officeDocument/2006/relationships/tags" Target="../tags/tag501.xml"/><Relationship Id="rId29" Type="http://schemas.openxmlformats.org/officeDocument/2006/relationships/tags" Target="../tags/tag519.xml"/><Relationship Id="rId28" Type="http://schemas.openxmlformats.org/officeDocument/2006/relationships/tags" Target="../tags/tag518.xml"/><Relationship Id="rId27" Type="http://schemas.openxmlformats.org/officeDocument/2006/relationships/image" Target="../media/image53.svg"/><Relationship Id="rId26" Type="http://schemas.openxmlformats.org/officeDocument/2006/relationships/image" Target="../media/image52.png"/><Relationship Id="rId25" Type="http://schemas.openxmlformats.org/officeDocument/2006/relationships/tags" Target="../tags/tag517.xml"/><Relationship Id="rId24" Type="http://schemas.openxmlformats.org/officeDocument/2006/relationships/tags" Target="../tags/tag516.xml"/><Relationship Id="rId23" Type="http://schemas.openxmlformats.org/officeDocument/2006/relationships/tags" Target="../tags/tag515.xml"/><Relationship Id="rId22" Type="http://schemas.openxmlformats.org/officeDocument/2006/relationships/tags" Target="../tags/tag514.xml"/><Relationship Id="rId21" Type="http://schemas.openxmlformats.org/officeDocument/2006/relationships/tags" Target="../tags/tag513.xml"/><Relationship Id="rId20" Type="http://schemas.openxmlformats.org/officeDocument/2006/relationships/image" Target="../media/image51.svg"/><Relationship Id="rId2" Type="http://schemas.openxmlformats.org/officeDocument/2006/relationships/tags" Target="../tags/tag500.xml"/><Relationship Id="rId19" Type="http://schemas.openxmlformats.org/officeDocument/2006/relationships/image" Target="../media/image50.png"/><Relationship Id="rId18" Type="http://schemas.openxmlformats.org/officeDocument/2006/relationships/tags" Target="../tags/tag512.xml"/><Relationship Id="rId17" Type="http://schemas.openxmlformats.org/officeDocument/2006/relationships/tags" Target="../tags/tag511.xml"/><Relationship Id="rId16" Type="http://schemas.openxmlformats.org/officeDocument/2006/relationships/tags" Target="../tags/tag510.xml"/><Relationship Id="rId15" Type="http://schemas.openxmlformats.org/officeDocument/2006/relationships/tags" Target="../tags/tag509.xml"/><Relationship Id="rId14" Type="http://schemas.openxmlformats.org/officeDocument/2006/relationships/tags" Target="../tags/tag508.xml"/><Relationship Id="rId13" Type="http://schemas.openxmlformats.org/officeDocument/2006/relationships/image" Target="../media/image49.svg"/><Relationship Id="rId12" Type="http://schemas.openxmlformats.org/officeDocument/2006/relationships/image" Target="../media/image48.png"/><Relationship Id="rId11" Type="http://schemas.openxmlformats.org/officeDocument/2006/relationships/tags" Target="../tags/tag507.xml"/><Relationship Id="rId10" Type="http://schemas.openxmlformats.org/officeDocument/2006/relationships/tags" Target="../tags/tag506.xml"/><Relationship Id="rId1" Type="http://schemas.openxmlformats.org/officeDocument/2006/relationships/tags" Target="../tags/tag49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" Type="http://schemas.openxmlformats.org/officeDocument/2006/relationships/tags" Target="../tags/tag525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534.xml"/><Relationship Id="rId8" Type="http://schemas.openxmlformats.org/officeDocument/2006/relationships/image" Target="../media/image57.svg"/><Relationship Id="rId7" Type="http://schemas.openxmlformats.org/officeDocument/2006/relationships/image" Target="../media/image56.png"/><Relationship Id="rId6" Type="http://schemas.openxmlformats.org/officeDocument/2006/relationships/tags" Target="../tags/tag533.xml"/><Relationship Id="rId5" Type="http://schemas.openxmlformats.org/officeDocument/2006/relationships/tags" Target="../tags/tag532.xml"/><Relationship Id="rId4" Type="http://schemas.openxmlformats.org/officeDocument/2006/relationships/tags" Target="../tags/tag531.xml"/><Relationship Id="rId37" Type="http://schemas.openxmlformats.org/officeDocument/2006/relationships/slideLayout" Target="../slideLayouts/slideLayout16.xml"/><Relationship Id="rId36" Type="http://schemas.openxmlformats.org/officeDocument/2006/relationships/tags" Target="../tags/tag555.xml"/><Relationship Id="rId35" Type="http://schemas.openxmlformats.org/officeDocument/2006/relationships/tags" Target="../tags/tag554.xml"/><Relationship Id="rId34" Type="http://schemas.openxmlformats.org/officeDocument/2006/relationships/tags" Target="../tags/tag553.xml"/><Relationship Id="rId33" Type="http://schemas.openxmlformats.org/officeDocument/2006/relationships/tags" Target="../tags/tag552.xml"/><Relationship Id="rId32" Type="http://schemas.openxmlformats.org/officeDocument/2006/relationships/tags" Target="../tags/tag551.xml"/><Relationship Id="rId31" Type="http://schemas.openxmlformats.org/officeDocument/2006/relationships/tags" Target="../tags/tag550.xml"/><Relationship Id="rId30" Type="http://schemas.openxmlformats.org/officeDocument/2006/relationships/tags" Target="../tags/tag549.xml"/><Relationship Id="rId3" Type="http://schemas.openxmlformats.org/officeDocument/2006/relationships/tags" Target="../tags/tag530.xml"/><Relationship Id="rId29" Type="http://schemas.openxmlformats.org/officeDocument/2006/relationships/tags" Target="../tags/tag548.xml"/><Relationship Id="rId28" Type="http://schemas.openxmlformats.org/officeDocument/2006/relationships/tags" Target="../tags/tag547.xml"/><Relationship Id="rId27" Type="http://schemas.openxmlformats.org/officeDocument/2006/relationships/tags" Target="../tags/tag546.xml"/><Relationship Id="rId26" Type="http://schemas.openxmlformats.org/officeDocument/2006/relationships/image" Target="../media/image62.svg"/><Relationship Id="rId25" Type="http://schemas.openxmlformats.org/officeDocument/2006/relationships/image" Target="../media/image61.png"/><Relationship Id="rId24" Type="http://schemas.openxmlformats.org/officeDocument/2006/relationships/tags" Target="../tags/tag545.xml"/><Relationship Id="rId23" Type="http://schemas.openxmlformats.org/officeDocument/2006/relationships/tags" Target="../tags/tag544.xml"/><Relationship Id="rId22" Type="http://schemas.openxmlformats.org/officeDocument/2006/relationships/tags" Target="../tags/tag543.xml"/><Relationship Id="rId21" Type="http://schemas.openxmlformats.org/officeDocument/2006/relationships/tags" Target="../tags/tag542.xml"/><Relationship Id="rId20" Type="http://schemas.openxmlformats.org/officeDocument/2006/relationships/image" Target="../media/image60.svg"/><Relationship Id="rId2" Type="http://schemas.openxmlformats.org/officeDocument/2006/relationships/tags" Target="../tags/tag529.xml"/><Relationship Id="rId19" Type="http://schemas.openxmlformats.org/officeDocument/2006/relationships/image" Target="../media/image59.png"/><Relationship Id="rId18" Type="http://schemas.openxmlformats.org/officeDocument/2006/relationships/tags" Target="../tags/tag541.xml"/><Relationship Id="rId17" Type="http://schemas.openxmlformats.org/officeDocument/2006/relationships/tags" Target="../tags/tag540.xml"/><Relationship Id="rId16" Type="http://schemas.openxmlformats.org/officeDocument/2006/relationships/tags" Target="../tags/tag539.xml"/><Relationship Id="rId15" Type="http://schemas.openxmlformats.org/officeDocument/2006/relationships/tags" Target="../tags/tag538.xml"/><Relationship Id="rId14" Type="http://schemas.openxmlformats.org/officeDocument/2006/relationships/image" Target="../media/image12.svg"/><Relationship Id="rId13" Type="http://schemas.openxmlformats.org/officeDocument/2006/relationships/image" Target="../media/image58.png"/><Relationship Id="rId12" Type="http://schemas.openxmlformats.org/officeDocument/2006/relationships/tags" Target="../tags/tag537.xml"/><Relationship Id="rId11" Type="http://schemas.openxmlformats.org/officeDocument/2006/relationships/tags" Target="../tags/tag536.xml"/><Relationship Id="rId10" Type="http://schemas.openxmlformats.org/officeDocument/2006/relationships/tags" Target="../tags/tag535.xml"/><Relationship Id="rId1" Type="http://schemas.openxmlformats.org/officeDocument/2006/relationships/tags" Target="../tags/tag528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558.xml"/><Relationship Id="rId2" Type="http://schemas.openxmlformats.org/officeDocument/2006/relationships/tags" Target="../tags/tag557.xml"/><Relationship Id="rId1" Type="http://schemas.openxmlformats.org/officeDocument/2006/relationships/tags" Target="../tags/tag5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>
            <a:spLocks noGrp="1"/>
          </p:cNvSpPr>
          <p:nvPr>
            <p:ph type="ctrTitle" idx="16387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HapTest动态分析框架的事件生成策略优化研究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汇报人：付明达</a:t>
            </a:r>
            <a:endParaRPr lang="zh-CN" altLang="en-US"/>
          </a:p>
          <a:p>
            <a:r>
              <a:rPr lang="en-US" altLang="zh-CN"/>
              <a:t>23009200701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53075" y="457200"/>
            <a:ext cx="1085850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8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8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0245" y="12426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210 w 8355"/>
              <a:gd name="p0y0" fmla="*/ 0 h 2595"/>
              <a:gd name="p0x1" fmla="*/ 8145 w 8355"/>
              <a:gd name="p0y1" fmla="*/ 0 h 2595"/>
              <a:gd name="p0x2" fmla="*/ 8260 w 8355"/>
              <a:gd name="p0y2" fmla="*/ 0 h 2595"/>
              <a:gd name="p0x3" fmla="*/ 8355 w 8355"/>
              <a:gd name="p0y3" fmla="*/ 94 h 2595"/>
              <a:gd name="p0x4" fmla="*/ 8355 w 8355"/>
              <a:gd name="p0y4" fmla="*/ 210 h 2595"/>
              <a:gd name="p0x5" fmla="*/ 8355 w 8355"/>
              <a:gd name="p0y5" fmla="*/ 2385 h 2595"/>
              <a:gd name="p0x6" fmla="*/ 8355 w 8355"/>
              <a:gd name="p0y6" fmla="*/ 2500 h 2595"/>
              <a:gd name="p0x7" fmla="*/ 8260 w 8355"/>
              <a:gd name="p0y7" fmla="*/ 2595 h 2595"/>
              <a:gd name="p0x8" fmla="*/ 8145 w 8355"/>
              <a:gd name="p0y8" fmla="*/ 2595 h 2595"/>
              <a:gd name="p0x9" fmla="*/ 210 w 8355"/>
              <a:gd name="p0y9" fmla="*/ 2595 h 2595"/>
              <a:gd name="p0x10" fmla="*/ 94 w 8355"/>
              <a:gd name="p0y10" fmla="*/ 2595 h 2595"/>
              <a:gd name="p0x11" fmla="*/ 0 w 8355"/>
              <a:gd name="p0y11" fmla="*/ 2500 h 2595"/>
              <a:gd name="p0x12" fmla="*/ 0 w 8355"/>
              <a:gd name="p0y12" fmla="*/ 2385 h 2595"/>
              <a:gd name="p0x13" fmla="*/ 0 w 8355"/>
              <a:gd name="p0y13" fmla="*/ 210 h 2595"/>
              <a:gd name="p0x14" fmla="*/ 0 w 8355"/>
              <a:gd name="p0y14" fmla="*/ 94 h 2595"/>
              <a:gd name="p0x15" fmla="*/ 94 w 8355"/>
              <a:gd name="p0y15" fmla="*/ 0 h 2595"/>
              <a:gd name="p0x16" fmla="*/ 21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62025" y="20859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2025" y="22117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项目概述与改进目标</a:t>
            </a:r>
            <a:endParaRPr sz="16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5695" y="12426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210 w 8355"/>
              <a:gd name="p0y0" fmla="*/ 0 h 2595"/>
              <a:gd name="p0x1" fmla="*/ 8145 w 8355"/>
              <a:gd name="p0y1" fmla="*/ 0 h 2595"/>
              <a:gd name="p0x2" fmla="*/ 8260 w 8355"/>
              <a:gd name="p0y2" fmla="*/ 0 h 2595"/>
              <a:gd name="p0x3" fmla="*/ 8355 w 8355"/>
              <a:gd name="p0y3" fmla="*/ 94 h 2595"/>
              <a:gd name="p0x4" fmla="*/ 8355 w 8355"/>
              <a:gd name="p0y4" fmla="*/ 210 h 2595"/>
              <a:gd name="p0x5" fmla="*/ 8355 w 8355"/>
              <a:gd name="p0y5" fmla="*/ 2385 h 2595"/>
              <a:gd name="p0x6" fmla="*/ 8355 w 8355"/>
              <a:gd name="p0y6" fmla="*/ 2500 h 2595"/>
              <a:gd name="p0x7" fmla="*/ 8260 w 8355"/>
              <a:gd name="p0y7" fmla="*/ 2595 h 2595"/>
              <a:gd name="p0x8" fmla="*/ 8145 w 8355"/>
              <a:gd name="p0y8" fmla="*/ 2595 h 2595"/>
              <a:gd name="p0x9" fmla="*/ 210 w 8355"/>
              <a:gd name="p0y9" fmla="*/ 2595 h 2595"/>
              <a:gd name="p0x10" fmla="*/ 94 w 8355"/>
              <a:gd name="p0y10" fmla="*/ 2595 h 2595"/>
              <a:gd name="p0x11" fmla="*/ 0 w 8355"/>
              <a:gd name="p0y11" fmla="*/ 2500 h 2595"/>
              <a:gd name="p0x12" fmla="*/ 0 w 8355"/>
              <a:gd name="p0y12" fmla="*/ 2385 h 2595"/>
              <a:gd name="p0x13" fmla="*/ 0 w 8355"/>
              <a:gd name="p0y13" fmla="*/ 210 h 2595"/>
              <a:gd name="p0x14" fmla="*/ 0 w 8355"/>
              <a:gd name="p0y14" fmla="*/ 94 h 2595"/>
              <a:gd name="p0x15" fmla="*/ 94 w 8355"/>
              <a:gd name="p0y15" fmla="*/ 0 h 2595"/>
              <a:gd name="p0x16" fmla="*/ 21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467475" y="20859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467475" y="22117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项目搭建与环境配置</a:t>
            </a:r>
            <a:endParaRPr sz="16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690245" y="30905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210 w 8355"/>
              <a:gd name="p0y0" fmla="*/ 0 h 2595"/>
              <a:gd name="p0x1" fmla="*/ 8145 w 8355"/>
              <a:gd name="p0y1" fmla="*/ 0 h 2595"/>
              <a:gd name="p0x2" fmla="*/ 8260 w 8355"/>
              <a:gd name="p0y2" fmla="*/ 0 h 2595"/>
              <a:gd name="p0x3" fmla="*/ 8355 w 8355"/>
              <a:gd name="p0y3" fmla="*/ 94 h 2595"/>
              <a:gd name="p0x4" fmla="*/ 8355 w 8355"/>
              <a:gd name="p0y4" fmla="*/ 210 h 2595"/>
              <a:gd name="p0x5" fmla="*/ 8355 w 8355"/>
              <a:gd name="p0y5" fmla="*/ 2385 h 2595"/>
              <a:gd name="p0x6" fmla="*/ 8355 w 8355"/>
              <a:gd name="p0y6" fmla="*/ 2500 h 2595"/>
              <a:gd name="p0x7" fmla="*/ 8260 w 8355"/>
              <a:gd name="p0y7" fmla="*/ 2595 h 2595"/>
              <a:gd name="p0x8" fmla="*/ 8145 w 8355"/>
              <a:gd name="p0y8" fmla="*/ 2595 h 2595"/>
              <a:gd name="p0x9" fmla="*/ 210 w 8355"/>
              <a:gd name="p0y9" fmla="*/ 2595 h 2595"/>
              <a:gd name="p0x10" fmla="*/ 94 w 8355"/>
              <a:gd name="p0y10" fmla="*/ 2595 h 2595"/>
              <a:gd name="p0x11" fmla="*/ 0 w 8355"/>
              <a:gd name="p0y11" fmla="*/ 2500 h 2595"/>
              <a:gd name="p0x12" fmla="*/ 0 w 8355"/>
              <a:gd name="p0y12" fmla="*/ 2385 h 2595"/>
              <a:gd name="p0x13" fmla="*/ 0 w 8355"/>
              <a:gd name="p0y13" fmla="*/ 210 h 2595"/>
              <a:gd name="p0x14" fmla="*/ 0 w 8355"/>
              <a:gd name="p0y14" fmla="*/ 94 h 2595"/>
              <a:gd name="p0x15" fmla="*/ 94 w 8355"/>
              <a:gd name="p0y15" fmla="*/ 0 h 2595"/>
              <a:gd name="p0x16" fmla="*/ 21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962025" y="39338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62025" y="40595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框架架构分析</a:t>
            </a:r>
            <a:endParaRPr sz="16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6195695" y="30905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210 w 8355"/>
              <a:gd name="p0y0" fmla="*/ 0 h 2595"/>
              <a:gd name="p0x1" fmla="*/ 8145 w 8355"/>
              <a:gd name="p0y1" fmla="*/ 0 h 2595"/>
              <a:gd name="p0x2" fmla="*/ 8260 w 8355"/>
              <a:gd name="p0y2" fmla="*/ 0 h 2595"/>
              <a:gd name="p0x3" fmla="*/ 8355 w 8355"/>
              <a:gd name="p0y3" fmla="*/ 94 h 2595"/>
              <a:gd name="p0x4" fmla="*/ 8355 w 8355"/>
              <a:gd name="p0y4" fmla="*/ 210 h 2595"/>
              <a:gd name="p0x5" fmla="*/ 8355 w 8355"/>
              <a:gd name="p0y5" fmla="*/ 2385 h 2595"/>
              <a:gd name="p0x6" fmla="*/ 8355 w 8355"/>
              <a:gd name="p0y6" fmla="*/ 2500 h 2595"/>
              <a:gd name="p0x7" fmla="*/ 8260 w 8355"/>
              <a:gd name="p0y7" fmla="*/ 2595 h 2595"/>
              <a:gd name="p0x8" fmla="*/ 8145 w 8355"/>
              <a:gd name="p0y8" fmla="*/ 2595 h 2595"/>
              <a:gd name="p0x9" fmla="*/ 210 w 8355"/>
              <a:gd name="p0y9" fmla="*/ 2595 h 2595"/>
              <a:gd name="p0x10" fmla="*/ 94 w 8355"/>
              <a:gd name="p0y10" fmla="*/ 2595 h 2595"/>
              <a:gd name="p0x11" fmla="*/ 0 w 8355"/>
              <a:gd name="p0y11" fmla="*/ 2500 h 2595"/>
              <a:gd name="p0x12" fmla="*/ 0 w 8355"/>
              <a:gd name="p0y12" fmla="*/ 2385 h 2595"/>
              <a:gd name="p0x13" fmla="*/ 0 w 8355"/>
              <a:gd name="p0y13" fmla="*/ 210 h 2595"/>
              <a:gd name="p0x14" fmla="*/ 0 w 8355"/>
              <a:gd name="p0y14" fmla="*/ 94 h 2595"/>
              <a:gd name="p0x15" fmla="*/ 94 w 8355"/>
              <a:gd name="p0y15" fmla="*/ 0 h 2595"/>
              <a:gd name="p0x16" fmla="*/ 21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2"/>
            </p:custDataLst>
          </p:nvPr>
        </p:nvSpPr>
        <p:spPr>
          <a:xfrm>
            <a:off x="6467475" y="39338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6467475" y="40595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改进方案设计与实现</a:t>
            </a:r>
            <a:endParaRPr sz="16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4"/>
            </p:custDataLst>
          </p:nvPr>
        </p:nvSpPr>
        <p:spPr>
          <a:xfrm>
            <a:off x="690245" y="49383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210 w 8355"/>
              <a:gd name="p0y0" fmla="*/ 0 h 2595"/>
              <a:gd name="p0x1" fmla="*/ 8145 w 8355"/>
              <a:gd name="p0y1" fmla="*/ 0 h 2595"/>
              <a:gd name="p0x2" fmla="*/ 8260 w 8355"/>
              <a:gd name="p0y2" fmla="*/ 0 h 2595"/>
              <a:gd name="p0x3" fmla="*/ 8355 w 8355"/>
              <a:gd name="p0y3" fmla="*/ 94 h 2595"/>
              <a:gd name="p0x4" fmla="*/ 8355 w 8355"/>
              <a:gd name="p0y4" fmla="*/ 210 h 2595"/>
              <a:gd name="p0x5" fmla="*/ 8355 w 8355"/>
              <a:gd name="p0y5" fmla="*/ 2385 h 2595"/>
              <a:gd name="p0x6" fmla="*/ 8355 w 8355"/>
              <a:gd name="p0y6" fmla="*/ 2500 h 2595"/>
              <a:gd name="p0x7" fmla="*/ 8260 w 8355"/>
              <a:gd name="p0y7" fmla="*/ 2595 h 2595"/>
              <a:gd name="p0x8" fmla="*/ 8145 w 8355"/>
              <a:gd name="p0y8" fmla="*/ 2595 h 2595"/>
              <a:gd name="p0x9" fmla="*/ 210 w 8355"/>
              <a:gd name="p0y9" fmla="*/ 2595 h 2595"/>
              <a:gd name="p0x10" fmla="*/ 94 w 8355"/>
              <a:gd name="p0y10" fmla="*/ 2595 h 2595"/>
              <a:gd name="p0x11" fmla="*/ 0 w 8355"/>
              <a:gd name="p0y11" fmla="*/ 2500 h 2595"/>
              <a:gd name="p0x12" fmla="*/ 0 w 8355"/>
              <a:gd name="p0y12" fmla="*/ 2385 h 2595"/>
              <a:gd name="p0x13" fmla="*/ 0 w 8355"/>
              <a:gd name="p0y13" fmla="*/ 210 h 2595"/>
              <a:gd name="p0x14" fmla="*/ 0 w 8355"/>
              <a:gd name="p0y14" fmla="*/ 94 h 2595"/>
              <a:gd name="p0x15" fmla="*/ 94 w 8355"/>
              <a:gd name="p0y15" fmla="*/ 0 h 2595"/>
              <a:gd name="p0x16" fmla="*/ 21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5"/>
            </p:custDataLst>
          </p:nvPr>
        </p:nvSpPr>
        <p:spPr>
          <a:xfrm>
            <a:off x="962025" y="57816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962025" y="59074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实验结果与分析</a:t>
            </a:r>
            <a:endParaRPr sz="16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17"/>
            </p:custDataLst>
          </p:nvPr>
        </p:nvSpPr>
        <p:spPr>
          <a:xfrm>
            <a:off x="6195695" y="49383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210 w 8355"/>
              <a:gd name="p0y0" fmla="*/ 0 h 2595"/>
              <a:gd name="p0x1" fmla="*/ 8145 w 8355"/>
              <a:gd name="p0y1" fmla="*/ 0 h 2595"/>
              <a:gd name="p0x2" fmla="*/ 8260 w 8355"/>
              <a:gd name="p0y2" fmla="*/ 0 h 2595"/>
              <a:gd name="p0x3" fmla="*/ 8355 w 8355"/>
              <a:gd name="p0y3" fmla="*/ 94 h 2595"/>
              <a:gd name="p0x4" fmla="*/ 8355 w 8355"/>
              <a:gd name="p0y4" fmla="*/ 210 h 2595"/>
              <a:gd name="p0x5" fmla="*/ 8355 w 8355"/>
              <a:gd name="p0y5" fmla="*/ 2385 h 2595"/>
              <a:gd name="p0x6" fmla="*/ 8355 w 8355"/>
              <a:gd name="p0y6" fmla="*/ 2500 h 2595"/>
              <a:gd name="p0x7" fmla="*/ 8260 w 8355"/>
              <a:gd name="p0y7" fmla="*/ 2595 h 2595"/>
              <a:gd name="p0x8" fmla="*/ 8145 w 8355"/>
              <a:gd name="p0y8" fmla="*/ 2595 h 2595"/>
              <a:gd name="p0x9" fmla="*/ 210 w 8355"/>
              <a:gd name="p0y9" fmla="*/ 2595 h 2595"/>
              <a:gd name="p0x10" fmla="*/ 94 w 8355"/>
              <a:gd name="p0y10" fmla="*/ 2595 h 2595"/>
              <a:gd name="p0x11" fmla="*/ 0 w 8355"/>
              <a:gd name="p0y11" fmla="*/ 2500 h 2595"/>
              <a:gd name="p0x12" fmla="*/ 0 w 8355"/>
              <a:gd name="p0y12" fmla="*/ 2385 h 2595"/>
              <a:gd name="p0x13" fmla="*/ 0 w 8355"/>
              <a:gd name="p0y13" fmla="*/ 210 h 2595"/>
              <a:gd name="p0x14" fmla="*/ 0 w 8355"/>
              <a:gd name="p0y14" fmla="*/ 94 h 2595"/>
              <a:gd name="p0x15" fmla="*/ 94 w 8355"/>
              <a:gd name="p0y15" fmla="*/ 0 h 2595"/>
              <a:gd name="p0x16" fmla="*/ 21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18"/>
            </p:custDataLst>
          </p:nvPr>
        </p:nvSpPr>
        <p:spPr>
          <a:xfrm>
            <a:off x="6467475" y="57816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9"/>
            </p:custDataLst>
          </p:nvPr>
        </p:nvSpPr>
        <p:spPr>
          <a:xfrm>
            <a:off x="6467475" y="59074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sz="16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0"/>
            </p:custDataLst>
          </p:nvPr>
        </p:nvSpPr>
        <p:spPr>
          <a:xfrm>
            <a:off x="962025" y="15668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000000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000" b="1">
              <a:solidFill>
                <a:srgbClr val="000000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1"/>
            </p:custDataLst>
          </p:nvPr>
        </p:nvSpPr>
        <p:spPr>
          <a:xfrm>
            <a:off x="6467475" y="15668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000000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000" b="1">
              <a:solidFill>
                <a:srgbClr val="000000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22"/>
            </p:custDataLst>
          </p:nvPr>
        </p:nvSpPr>
        <p:spPr>
          <a:xfrm>
            <a:off x="962025" y="34147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000000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000" b="1">
              <a:solidFill>
                <a:srgbClr val="000000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6467475" y="34147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000000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000" b="1">
              <a:solidFill>
                <a:srgbClr val="000000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4"/>
            </p:custDataLst>
          </p:nvPr>
        </p:nvSpPr>
        <p:spPr>
          <a:xfrm>
            <a:off x="962025" y="52625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000000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3000" b="1">
              <a:solidFill>
                <a:srgbClr val="000000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5"/>
            </p:custDataLst>
          </p:nvPr>
        </p:nvSpPr>
        <p:spPr>
          <a:xfrm>
            <a:off x="6467475" y="52625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000000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3000" b="1">
              <a:solidFill>
                <a:srgbClr val="000000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项目概述与改进目标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项目概述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348990" cy="2345690"/>
          </a:xfrm>
          <a:custGeom>
            <a:avLst/>
            <a:gdLst>
              <a:gd name="sw" fmla="*/ 1 w 5274"/>
              <a:gd name="sh" fmla="*/ 1 h 3694"/>
              <a:gd name="mins" fmla="min sw sh"/>
              <a:gd name="dsw" fmla="+- 0 sw mins"/>
              <a:gd name="dsh" fmla="+- 0 sh mins"/>
              <a:gd name="p0x0" fmla="*/ 60 w 5274"/>
              <a:gd name="p0y0" fmla="*/ 0 h 3694"/>
              <a:gd name="p0x1" fmla="*/ 5214 w 5274"/>
              <a:gd name="p0y1" fmla="*/ 0 h 3694"/>
              <a:gd name="p0x2" fmla="*/ 5247 w 5274"/>
              <a:gd name="p0y2" fmla="*/ 0 h 3694"/>
              <a:gd name="p0x3" fmla="*/ 5274 w 5274"/>
              <a:gd name="p0y3" fmla="*/ 26 h 3694"/>
              <a:gd name="p0x4" fmla="*/ 5274 w 5274"/>
              <a:gd name="p0y4" fmla="*/ 60 h 3694"/>
              <a:gd name="p0x5" fmla="*/ 5274 w 5274"/>
              <a:gd name="p0y5" fmla="*/ 3634 h 3694"/>
              <a:gd name="p0x6" fmla="*/ 5274 w 5274"/>
              <a:gd name="p0y6" fmla="*/ 3667 h 3694"/>
              <a:gd name="p0x7" fmla="*/ 5247 w 5274"/>
              <a:gd name="p0y7" fmla="*/ 3694 h 3694"/>
              <a:gd name="p0x8" fmla="*/ 5214 w 5274"/>
              <a:gd name="p0y8" fmla="*/ 3694 h 3694"/>
              <a:gd name="p0x9" fmla="*/ 60 w 5274"/>
              <a:gd name="p0y9" fmla="*/ 3694 h 3694"/>
              <a:gd name="p0x10" fmla="*/ 26 w 5274"/>
              <a:gd name="p0y10" fmla="*/ 3694 h 3694"/>
              <a:gd name="p0x11" fmla="*/ 0 w 5274"/>
              <a:gd name="p0y11" fmla="*/ 3667 h 3694"/>
              <a:gd name="p0x12" fmla="*/ 0 w 5274"/>
              <a:gd name="p0y12" fmla="*/ 3634 h 3694"/>
              <a:gd name="p0x13" fmla="*/ 0 w 5274"/>
              <a:gd name="p0y13" fmla="*/ 60 h 3694"/>
              <a:gd name="p0x14" fmla="*/ 0 w 5274"/>
              <a:gd name="p0y14" fmla="*/ 26 h 3694"/>
              <a:gd name="p0x15" fmla="*/ 26 w 5274"/>
              <a:gd name="p0y15" fmla="*/ 0 h 3694"/>
              <a:gd name="p0x16" fmla="*/ 60 w 5274"/>
              <a:gd name="p0y16" fmla="*/ 0 h 369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2040890" y="15246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167" t="-5139" r="-4167" b="-5139"/>
          <a:stretch>
            <a:fillRect/>
          </a:stretch>
        </p:blipFill>
        <p:spPr>
          <a:xfrm>
            <a:off x="2126615" y="1605915"/>
            <a:ext cx="247650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927774" y="2058667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行业首创</a:t>
            </a:r>
            <a:endParaRPr sz="1200" b="1" spc="72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991495" y="2356799"/>
            <a:ext cx="2518772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首个</a:t>
            </a:r>
            <a:r>
              <a:rPr lang="en-US" altLang="zh-CN"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OpenHarmony</a:t>
            </a:r>
            <a:endParaRPr lang="en-US" altLang="zh-CN"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动态分析框架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4124960" y="1109345"/>
            <a:ext cx="3349625" cy="2345690"/>
          </a:xfrm>
          <a:custGeom>
            <a:avLst/>
            <a:gdLst>
              <a:gd name="sw" fmla="*/ 1 w 5274"/>
              <a:gd name="sh" fmla="*/ 1 h 3694"/>
              <a:gd name="mins" fmla="min sw sh"/>
              <a:gd name="dsw" fmla="+- 0 sw mins"/>
              <a:gd name="dsh" fmla="+- 0 sh mins"/>
              <a:gd name="p0x0" fmla="*/ 60 w 5274"/>
              <a:gd name="p0y0" fmla="*/ 0 h 3694"/>
              <a:gd name="p0x1" fmla="*/ 5214 w 5274"/>
              <a:gd name="p0y1" fmla="*/ 0 h 3694"/>
              <a:gd name="p0x2" fmla="*/ 5247 w 5274"/>
              <a:gd name="p0y2" fmla="*/ 0 h 3694"/>
              <a:gd name="p0x3" fmla="*/ 5274 w 5274"/>
              <a:gd name="p0y3" fmla="*/ 26 h 3694"/>
              <a:gd name="p0x4" fmla="*/ 5274 w 5274"/>
              <a:gd name="p0y4" fmla="*/ 60 h 3694"/>
              <a:gd name="p0x5" fmla="*/ 5274 w 5274"/>
              <a:gd name="p0y5" fmla="*/ 3634 h 3694"/>
              <a:gd name="p0x6" fmla="*/ 5274 w 5274"/>
              <a:gd name="p0y6" fmla="*/ 3667 h 3694"/>
              <a:gd name="p0x7" fmla="*/ 5247 w 5274"/>
              <a:gd name="p0y7" fmla="*/ 3694 h 3694"/>
              <a:gd name="p0x8" fmla="*/ 5214 w 5274"/>
              <a:gd name="p0y8" fmla="*/ 3694 h 3694"/>
              <a:gd name="p0x9" fmla="*/ 60 w 5274"/>
              <a:gd name="p0y9" fmla="*/ 3694 h 3694"/>
              <a:gd name="p0x10" fmla="*/ 26 w 5274"/>
              <a:gd name="p0y10" fmla="*/ 3694 h 3694"/>
              <a:gd name="p0x11" fmla="*/ 0 w 5274"/>
              <a:gd name="p0y11" fmla="*/ 3667 h 3694"/>
              <a:gd name="p0x12" fmla="*/ 0 w 5274"/>
              <a:gd name="p0y12" fmla="*/ 3634 h 3694"/>
              <a:gd name="p0x13" fmla="*/ 0 w 5274"/>
              <a:gd name="p0y13" fmla="*/ 60 h 3694"/>
              <a:gd name="p0x14" fmla="*/ 0 w 5274"/>
              <a:gd name="p0y14" fmla="*/ 26 h 3694"/>
              <a:gd name="p0x15" fmla="*/ 26 w 5274"/>
              <a:gd name="p0y15" fmla="*/ 0 h 3694"/>
              <a:gd name="p0x16" fmla="*/ 60 w 5274"/>
              <a:gd name="p0y16" fmla="*/ 0 h 369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5590540" y="15246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5301" r="-5301"/>
          <a:stretch>
            <a:fillRect/>
          </a:stretch>
        </p:blipFill>
        <p:spPr>
          <a:xfrm>
            <a:off x="5690235" y="1605915"/>
            <a:ext cx="219075" cy="2520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5315474" y="2058667"/>
            <a:ext cx="112172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顶级学术认可</a:t>
            </a:r>
            <a:endParaRPr sz="1200" b="1" spc="72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4917729" y="2356799"/>
            <a:ext cx="1764802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CCF A</a:t>
            </a:r>
            <a:r>
              <a:rPr lang="zh-CN"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类会议</a:t>
            </a:r>
            <a:endParaRPr lang="zh-CN"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FSE 2025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7674610" y="1109345"/>
            <a:ext cx="3940810" cy="2345690"/>
          </a:xfrm>
          <a:custGeom>
            <a:avLst/>
            <a:gdLst>
              <a:gd name="sw" fmla="*/ 1 w 6206"/>
              <a:gd name="sh" fmla="*/ 1 h 3694"/>
              <a:gd name="mins" fmla="min sw sh"/>
              <a:gd name="dsw" fmla="+- 0 sw mins"/>
              <a:gd name="dsh" fmla="+- 0 sh mins"/>
              <a:gd name="p0x0" fmla="*/ 60 w 6206"/>
              <a:gd name="p0y0" fmla="*/ 0 h 3694"/>
              <a:gd name="p0x1" fmla="*/ 6146 w 6206"/>
              <a:gd name="p0y1" fmla="*/ 0 h 3694"/>
              <a:gd name="p0x2" fmla="*/ 6179 w 6206"/>
              <a:gd name="p0y2" fmla="*/ 0 h 3694"/>
              <a:gd name="p0x3" fmla="*/ 6206 w 6206"/>
              <a:gd name="p0y3" fmla="*/ 26 h 3694"/>
              <a:gd name="p0x4" fmla="*/ 6206 w 6206"/>
              <a:gd name="p0y4" fmla="*/ 60 h 3694"/>
              <a:gd name="p0x5" fmla="*/ 6206 w 6206"/>
              <a:gd name="p0y5" fmla="*/ 3634 h 3694"/>
              <a:gd name="p0x6" fmla="*/ 6206 w 6206"/>
              <a:gd name="p0y6" fmla="*/ 3667 h 3694"/>
              <a:gd name="p0x7" fmla="*/ 6179 w 6206"/>
              <a:gd name="p0y7" fmla="*/ 3694 h 3694"/>
              <a:gd name="p0x8" fmla="*/ 6146 w 6206"/>
              <a:gd name="p0y8" fmla="*/ 3694 h 3694"/>
              <a:gd name="p0x9" fmla="*/ 60 w 6206"/>
              <a:gd name="p0y9" fmla="*/ 3694 h 3694"/>
              <a:gd name="p0x10" fmla="*/ 26 w 6206"/>
              <a:gd name="p0y10" fmla="*/ 3694 h 3694"/>
              <a:gd name="p0x11" fmla="*/ 0 w 6206"/>
              <a:gd name="p0y11" fmla="*/ 3667 h 3694"/>
              <a:gd name="p0x12" fmla="*/ 0 w 6206"/>
              <a:gd name="p0y12" fmla="*/ 3634 h 3694"/>
              <a:gd name="p0x13" fmla="*/ 0 w 6206"/>
              <a:gd name="p0y13" fmla="*/ 60 h 3694"/>
              <a:gd name="p0x14" fmla="*/ 0 w 6206"/>
              <a:gd name="p0y14" fmla="*/ 26 h 3694"/>
              <a:gd name="p0x15" fmla="*/ 26 w 6206"/>
              <a:gd name="p0y15" fmla="*/ 0 h 3694"/>
              <a:gd name="p0x16" fmla="*/ 60 w 6206"/>
              <a:gd name="p0y16" fmla="*/ 0 h 369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0000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8845753" y="1621946"/>
            <a:ext cx="1370409" cy="6829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endParaRPr sz="4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9644662" y="1889598"/>
            <a:ext cx="10668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个崩溃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8787927" y="2675411"/>
            <a:ext cx="18860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此前未报告的安全缺陷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0"/>
            </p:custDataLst>
          </p:nvPr>
        </p:nvSpPr>
        <p:spPr>
          <a:xfrm>
            <a:off x="8764343" y="2346798"/>
            <a:ext cx="195225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sz="15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个商业应用中发现</a:t>
            </a:r>
            <a:endParaRPr lang="zh-CN" sz="1500">
              <a:solidFill>
                <a:srgbClr val="FFFFFF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1"/>
            </p:custDataLst>
          </p:nvPr>
        </p:nvSpPr>
        <p:spPr>
          <a:xfrm>
            <a:off x="575945" y="3655060"/>
            <a:ext cx="2609850" cy="2816860"/>
          </a:xfrm>
          <a:custGeom>
            <a:avLst/>
            <a:gdLst>
              <a:gd name="sw" fmla="*/ 1 w 4110"/>
              <a:gd name="sh" fmla="*/ 1 h 4435"/>
              <a:gd name="mins" fmla="min sw sh"/>
              <a:gd name="dsw" fmla="+- 0 sw mins"/>
              <a:gd name="dsh" fmla="+- 0 sh mins"/>
              <a:gd name="p0x0" fmla="*/ 60 w 4110"/>
              <a:gd name="p0y0" fmla="*/ 0 h 4435"/>
              <a:gd name="p0x1" fmla="*/ 4050 w 4110"/>
              <a:gd name="p0y1" fmla="*/ 0 h 4435"/>
              <a:gd name="p0x2" fmla="*/ 4083 w 4110"/>
              <a:gd name="p0y2" fmla="*/ 0 h 4435"/>
              <a:gd name="p0x3" fmla="*/ 4110 w 4110"/>
              <a:gd name="p0y3" fmla="*/ 26 h 4435"/>
              <a:gd name="p0x4" fmla="*/ 4110 w 4110"/>
              <a:gd name="p0y4" fmla="*/ 60 h 4435"/>
              <a:gd name="p0x5" fmla="*/ 4110 w 4110"/>
              <a:gd name="p0y5" fmla="*/ 4375 h 4435"/>
              <a:gd name="p0x6" fmla="*/ 4110 w 4110"/>
              <a:gd name="p0y6" fmla="*/ 4409 h 4435"/>
              <a:gd name="p0x7" fmla="*/ 4083 w 4110"/>
              <a:gd name="p0y7" fmla="*/ 4435 h 4435"/>
              <a:gd name="p0x8" fmla="*/ 4050 w 4110"/>
              <a:gd name="p0y8" fmla="*/ 4435 h 4435"/>
              <a:gd name="p0x9" fmla="*/ 60 w 4110"/>
              <a:gd name="p0y9" fmla="*/ 4435 h 4435"/>
              <a:gd name="p0x10" fmla="*/ 26 w 4110"/>
              <a:gd name="p0y10" fmla="*/ 4435 h 4435"/>
              <a:gd name="p0x11" fmla="*/ 0 w 4110"/>
              <a:gd name="p0y11" fmla="*/ 4409 h 4435"/>
              <a:gd name="p0x12" fmla="*/ 0 w 4110"/>
              <a:gd name="p0y12" fmla="*/ 4375 h 4435"/>
              <a:gd name="p0x13" fmla="*/ 0 w 4110"/>
              <a:gd name="p0y13" fmla="*/ 60 h 4435"/>
              <a:gd name="p0x14" fmla="*/ 0 w 4110"/>
              <a:gd name="p0y14" fmla="*/ 26 h 4435"/>
              <a:gd name="p0x15" fmla="*/ 26 w 4110"/>
              <a:gd name="p0y15" fmla="*/ 0 h 4435"/>
              <a:gd name="p0x16" fmla="*/ 60 w 4110"/>
              <a:gd name="p0y16" fmla="*/ 0 h 4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1324346" y="4232739"/>
            <a:ext cx="1113682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3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CIM</a:t>
            </a:r>
            <a:endParaRPr sz="3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1081011" y="4847101"/>
            <a:ext cx="16002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组件交互模块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833142" y="5247151"/>
            <a:ext cx="20961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组件结构与交互关系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3385820" y="3655060"/>
            <a:ext cx="2609850" cy="2816860"/>
          </a:xfrm>
          <a:custGeom>
            <a:avLst/>
            <a:gdLst>
              <a:gd name="sw" fmla="*/ 1 w 4110"/>
              <a:gd name="sh" fmla="*/ 1 h 4435"/>
              <a:gd name="mins" fmla="min sw sh"/>
              <a:gd name="dsw" fmla="+- 0 sw mins"/>
              <a:gd name="dsh" fmla="+- 0 sh mins"/>
              <a:gd name="p0x0" fmla="*/ 60 w 4110"/>
              <a:gd name="p0y0" fmla="*/ 0 h 4435"/>
              <a:gd name="p0x1" fmla="*/ 4050 w 4110"/>
              <a:gd name="p0y1" fmla="*/ 0 h 4435"/>
              <a:gd name="p0x2" fmla="*/ 4083 w 4110"/>
              <a:gd name="p0y2" fmla="*/ 0 h 4435"/>
              <a:gd name="p0x3" fmla="*/ 4110 w 4110"/>
              <a:gd name="p0y3" fmla="*/ 26 h 4435"/>
              <a:gd name="p0x4" fmla="*/ 4110 w 4110"/>
              <a:gd name="p0y4" fmla="*/ 60 h 4435"/>
              <a:gd name="p0x5" fmla="*/ 4110 w 4110"/>
              <a:gd name="p0y5" fmla="*/ 4375 h 4435"/>
              <a:gd name="p0x6" fmla="*/ 4110 w 4110"/>
              <a:gd name="p0y6" fmla="*/ 4409 h 4435"/>
              <a:gd name="p0x7" fmla="*/ 4083 w 4110"/>
              <a:gd name="p0y7" fmla="*/ 4435 h 4435"/>
              <a:gd name="p0x8" fmla="*/ 4050 w 4110"/>
              <a:gd name="p0y8" fmla="*/ 4435 h 4435"/>
              <a:gd name="p0x9" fmla="*/ 60 w 4110"/>
              <a:gd name="p0y9" fmla="*/ 4435 h 4435"/>
              <a:gd name="p0x10" fmla="*/ 26 w 4110"/>
              <a:gd name="p0y10" fmla="*/ 4435 h 4435"/>
              <a:gd name="p0x11" fmla="*/ 0 w 4110"/>
              <a:gd name="p0y11" fmla="*/ 4409 h 4435"/>
              <a:gd name="p0x12" fmla="*/ 0 w 4110"/>
              <a:gd name="p0y12" fmla="*/ 4375 h 4435"/>
              <a:gd name="p0x13" fmla="*/ 0 w 4110"/>
              <a:gd name="p0y13" fmla="*/ 60 h 4435"/>
              <a:gd name="p0x14" fmla="*/ 0 w 4110"/>
              <a:gd name="p0y14" fmla="*/ 26 h 4435"/>
              <a:gd name="p0x15" fmla="*/ 26 w 4110"/>
              <a:gd name="p0y15" fmla="*/ 0 h 4435"/>
              <a:gd name="p0x16" fmla="*/ 60 w 4110"/>
              <a:gd name="p0y16" fmla="*/ 0 h 4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4041801" y="4385139"/>
            <a:ext cx="1298448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3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EGM</a:t>
            </a:r>
            <a:endParaRPr sz="3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3890886" y="4999501"/>
            <a:ext cx="16002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事件生成模块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8"/>
            </p:custDataLst>
          </p:nvPr>
        </p:nvSpPr>
        <p:spPr>
          <a:xfrm>
            <a:off x="3643313" y="5399551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智能生成测试事件序列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9"/>
            </p:custDataLst>
          </p:nvPr>
        </p:nvSpPr>
        <p:spPr>
          <a:xfrm>
            <a:off x="6195695" y="3655060"/>
            <a:ext cx="2609850" cy="2816860"/>
          </a:xfrm>
          <a:custGeom>
            <a:avLst/>
            <a:gdLst>
              <a:gd name="sw" fmla="*/ 1 w 4110"/>
              <a:gd name="sh" fmla="*/ 1 h 4435"/>
              <a:gd name="mins" fmla="min sw sh"/>
              <a:gd name="dsw" fmla="+- 0 sw mins"/>
              <a:gd name="dsh" fmla="+- 0 sh mins"/>
              <a:gd name="p0x0" fmla="*/ 60 w 4110"/>
              <a:gd name="p0y0" fmla="*/ 0 h 4435"/>
              <a:gd name="p0x1" fmla="*/ 4050 w 4110"/>
              <a:gd name="p0y1" fmla="*/ 0 h 4435"/>
              <a:gd name="p0x2" fmla="*/ 4083 w 4110"/>
              <a:gd name="p0y2" fmla="*/ 0 h 4435"/>
              <a:gd name="p0x3" fmla="*/ 4110 w 4110"/>
              <a:gd name="p0y3" fmla="*/ 26 h 4435"/>
              <a:gd name="p0x4" fmla="*/ 4110 w 4110"/>
              <a:gd name="p0y4" fmla="*/ 60 h 4435"/>
              <a:gd name="p0x5" fmla="*/ 4110 w 4110"/>
              <a:gd name="p0y5" fmla="*/ 4375 h 4435"/>
              <a:gd name="p0x6" fmla="*/ 4110 w 4110"/>
              <a:gd name="p0y6" fmla="*/ 4409 h 4435"/>
              <a:gd name="p0x7" fmla="*/ 4083 w 4110"/>
              <a:gd name="p0y7" fmla="*/ 4435 h 4435"/>
              <a:gd name="p0x8" fmla="*/ 4050 w 4110"/>
              <a:gd name="p0y8" fmla="*/ 4435 h 4435"/>
              <a:gd name="p0x9" fmla="*/ 60 w 4110"/>
              <a:gd name="p0y9" fmla="*/ 4435 h 4435"/>
              <a:gd name="p0x10" fmla="*/ 26 w 4110"/>
              <a:gd name="p0y10" fmla="*/ 4435 h 4435"/>
              <a:gd name="p0x11" fmla="*/ 0 w 4110"/>
              <a:gd name="p0y11" fmla="*/ 4409 h 4435"/>
              <a:gd name="p0x12" fmla="*/ 0 w 4110"/>
              <a:gd name="p0y12" fmla="*/ 4375 h 4435"/>
              <a:gd name="p0x13" fmla="*/ 0 w 4110"/>
              <a:gd name="p0y13" fmla="*/ 60 h 4435"/>
              <a:gd name="p0x14" fmla="*/ 0 w 4110"/>
              <a:gd name="p0y14" fmla="*/ 26 h 4435"/>
              <a:gd name="p0x15" fmla="*/ 26 w 4110"/>
              <a:gd name="p0y15" fmla="*/ 0 h 4435"/>
              <a:gd name="p0x16" fmla="*/ 60 w 4110"/>
              <a:gd name="p0y16" fmla="*/ 0 h 4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7002961" y="4385139"/>
            <a:ext cx="995963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3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EM</a:t>
            </a:r>
            <a:endParaRPr sz="3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1"/>
            </p:custDataLst>
          </p:nvPr>
        </p:nvSpPr>
        <p:spPr>
          <a:xfrm>
            <a:off x="6929362" y="4999501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执行模块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6357938" y="5399551"/>
            <a:ext cx="228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驱动事件在目标应用执行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3"/>
            </p:custDataLst>
          </p:nvPr>
        </p:nvSpPr>
        <p:spPr>
          <a:xfrm>
            <a:off x="9005570" y="3655060"/>
            <a:ext cx="2609850" cy="2816860"/>
          </a:xfrm>
          <a:custGeom>
            <a:avLst/>
            <a:gdLst>
              <a:gd name="sw" fmla="*/ 1 w 4110"/>
              <a:gd name="sh" fmla="*/ 1 h 4435"/>
              <a:gd name="mins" fmla="min sw sh"/>
              <a:gd name="dsw" fmla="+- 0 sw mins"/>
              <a:gd name="dsh" fmla="+- 0 sh mins"/>
              <a:gd name="p0x0" fmla="*/ 60 w 4110"/>
              <a:gd name="p0y0" fmla="*/ 0 h 4435"/>
              <a:gd name="p0x1" fmla="*/ 4050 w 4110"/>
              <a:gd name="p0y1" fmla="*/ 0 h 4435"/>
              <a:gd name="p0x2" fmla="*/ 4083 w 4110"/>
              <a:gd name="p0y2" fmla="*/ 0 h 4435"/>
              <a:gd name="p0x3" fmla="*/ 4110 w 4110"/>
              <a:gd name="p0y3" fmla="*/ 26 h 4435"/>
              <a:gd name="p0x4" fmla="*/ 4110 w 4110"/>
              <a:gd name="p0y4" fmla="*/ 60 h 4435"/>
              <a:gd name="p0x5" fmla="*/ 4110 w 4110"/>
              <a:gd name="p0y5" fmla="*/ 4375 h 4435"/>
              <a:gd name="p0x6" fmla="*/ 4110 w 4110"/>
              <a:gd name="p0y6" fmla="*/ 4409 h 4435"/>
              <a:gd name="p0x7" fmla="*/ 4083 w 4110"/>
              <a:gd name="p0y7" fmla="*/ 4435 h 4435"/>
              <a:gd name="p0x8" fmla="*/ 4050 w 4110"/>
              <a:gd name="p0y8" fmla="*/ 4435 h 4435"/>
              <a:gd name="p0x9" fmla="*/ 60 w 4110"/>
              <a:gd name="p0y9" fmla="*/ 4435 h 4435"/>
              <a:gd name="p0x10" fmla="*/ 26 w 4110"/>
              <a:gd name="p0y10" fmla="*/ 4435 h 4435"/>
              <a:gd name="p0x11" fmla="*/ 0 w 4110"/>
              <a:gd name="p0y11" fmla="*/ 4409 h 4435"/>
              <a:gd name="p0x12" fmla="*/ 0 w 4110"/>
              <a:gd name="p0y12" fmla="*/ 4375 h 4435"/>
              <a:gd name="p0x13" fmla="*/ 0 w 4110"/>
              <a:gd name="p0y13" fmla="*/ 60 h 4435"/>
              <a:gd name="p0x14" fmla="*/ 0 w 4110"/>
              <a:gd name="p0y14" fmla="*/ 26 h 4435"/>
              <a:gd name="p0x15" fmla="*/ 26 w 4110"/>
              <a:gd name="p0y15" fmla="*/ 0 h 4435"/>
              <a:gd name="p0x16" fmla="*/ 60 w 4110"/>
              <a:gd name="p0y16" fmla="*/ 0 h 4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9676581" y="4385139"/>
            <a:ext cx="1268387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3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DPM</a:t>
            </a:r>
            <a:endParaRPr sz="3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9510637" y="4999501"/>
            <a:ext cx="16002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缺陷检测模块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9263063" y="5399551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监控运行时异常与崩溃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项目搭建与环境配置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项目搭建情况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4303395" cy="1654175"/>
          </a:xfrm>
          <a:custGeom>
            <a:avLst/>
            <a:gdLst>
              <a:gd name="sw" fmla="*/ 1 w 6776"/>
              <a:gd name="sh" fmla="*/ 1 h 2604"/>
              <a:gd name="mins" fmla="min sw sh"/>
              <a:gd name="dsw" fmla="+- 0 sw mins"/>
              <a:gd name="dsh" fmla="+- 0 sh mins"/>
              <a:gd name="p0x0" fmla="*/ 60 w 6776"/>
              <a:gd name="p0y0" fmla="*/ 0 h 2604"/>
              <a:gd name="p0x1" fmla="*/ 6716 w 6776"/>
              <a:gd name="p0y1" fmla="*/ 0 h 2604"/>
              <a:gd name="p0x2" fmla="*/ 6750 w 6776"/>
              <a:gd name="p0y2" fmla="*/ 0 h 2604"/>
              <a:gd name="p0x3" fmla="*/ 6776 w 6776"/>
              <a:gd name="p0y3" fmla="*/ 26 h 2604"/>
              <a:gd name="p0x4" fmla="*/ 6776 w 6776"/>
              <a:gd name="p0y4" fmla="*/ 60 h 2604"/>
              <a:gd name="p0x5" fmla="*/ 6776 w 6776"/>
              <a:gd name="p0y5" fmla="*/ 2544 h 2604"/>
              <a:gd name="p0x6" fmla="*/ 6776 w 6776"/>
              <a:gd name="p0y6" fmla="*/ 2578 h 2604"/>
              <a:gd name="p0x7" fmla="*/ 6750 w 6776"/>
              <a:gd name="p0y7" fmla="*/ 2604 h 2604"/>
              <a:gd name="p0x8" fmla="*/ 6716 w 6776"/>
              <a:gd name="p0y8" fmla="*/ 2604 h 2604"/>
              <a:gd name="p0x9" fmla="*/ 60 w 6776"/>
              <a:gd name="p0y9" fmla="*/ 2604 h 2604"/>
              <a:gd name="p0x10" fmla="*/ 26 w 6776"/>
              <a:gd name="p0y10" fmla="*/ 2604 h 2604"/>
              <a:gd name="p0x11" fmla="*/ 0 w 6776"/>
              <a:gd name="p0y11" fmla="*/ 2578 h 2604"/>
              <a:gd name="p0x12" fmla="*/ 0 w 6776"/>
              <a:gd name="p0y12" fmla="*/ 2544 h 2604"/>
              <a:gd name="p0x13" fmla="*/ 0 w 6776"/>
              <a:gd name="p0y13" fmla="*/ 60 h 2604"/>
              <a:gd name="p0x14" fmla="*/ 0 w 6776"/>
              <a:gd name="p0y14" fmla="*/ 26 h 2604"/>
              <a:gd name="p0x15" fmla="*/ 26 w 6776"/>
              <a:gd name="p0y15" fmla="*/ 0 h 2604"/>
              <a:gd name="p0x16" fmla="*/ 60 w 6776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33425" y="17265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10152" r="-2273" b="-10152"/>
          <a:stretch>
            <a:fillRect/>
          </a:stretch>
        </p:blipFill>
        <p:spPr>
          <a:xfrm>
            <a:off x="833120" y="1807845"/>
            <a:ext cx="219075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647158"/>
            <a:ext cx="102684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操作系统</a:t>
            </a:r>
            <a:endParaRPr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304925" y="1922431"/>
            <a:ext cx="119829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Windows 11</a:t>
            </a:r>
            <a:endParaRPr sz="13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75945" y="2963545"/>
            <a:ext cx="4303395" cy="1654175"/>
          </a:xfrm>
          <a:custGeom>
            <a:avLst/>
            <a:gdLst>
              <a:gd name="sw" fmla="*/ 1 w 6776"/>
              <a:gd name="sh" fmla="*/ 1 h 2604"/>
              <a:gd name="mins" fmla="min sw sh"/>
              <a:gd name="dsw" fmla="+- 0 sw mins"/>
              <a:gd name="dsh" fmla="+- 0 sh mins"/>
              <a:gd name="p0x0" fmla="*/ 60 w 6776"/>
              <a:gd name="p0y0" fmla="*/ 0 h 2604"/>
              <a:gd name="p0x1" fmla="*/ 6716 w 6776"/>
              <a:gd name="p0y1" fmla="*/ 0 h 2604"/>
              <a:gd name="p0x2" fmla="*/ 6750 w 6776"/>
              <a:gd name="p0y2" fmla="*/ 0 h 2604"/>
              <a:gd name="p0x3" fmla="*/ 6776 w 6776"/>
              <a:gd name="p0y3" fmla="*/ 26 h 2604"/>
              <a:gd name="p0x4" fmla="*/ 6776 w 6776"/>
              <a:gd name="p0y4" fmla="*/ 60 h 2604"/>
              <a:gd name="p0x5" fmla="*/ 6776 w 6776"/>
              <a:gd name="p0y5" fmla="*/ 2544 h 2604"/>
              <a:gd name="p0x6" fmla="*/ 6776 w 6776"/>
              <a:gd name="p0y6" fmla="*/ 2578 h 2604"/>
              <a:gd name="p0x7" fmla="*/ 6750 w 6776"/>
              <a:gd name="p0y7" fmla="*/ 2604 h 2604"/>
              <a:gd name="p0x8" fmla="*/ 6716 w 6776"/>
              <a:gd name="p0y8" fmla="*/ 2604 h 2604"/>
              <a:gd name="p0x9" fmla="*/ 60 w 6776"/>
              <a:gd name="p0y9" fmla="*/ 2604 h 2604"/>
              <a:gd name="p0x10" fmla="*/ 26 w 6776"/>
              <a:gd name="p0y10" fmla="*/ 2604 h 2604"/>
              <a:gd name="p0x11" fmla="*/ 0 w 6776"/>
              <a:gd name="p0y11" fmla="*/ 2578 h 2604"/>
              <a:gd name="p0x12" fmla="*/ 0 w 6776"/>
              <a:gd name="p0y12" fmla="*/ 2544 h 2604"/>
              <a:gd name="p0x13" fmla="*/ 0 w 6776"/>
              <a:gd name="p0y13" fmla="*/ 60 h 2604"/>
              <a:gd name="p0x14" fmla="*/ 0 w 6776"/>
              <a:gd name="p0y14" fmla="*/ 26 h 2604"/>
              <a:gd name="p0x15" fmla="*/ 26 w 6776"/>
              <a:gd name="p0y15" fmla="*/ 0 h 2604"/>
              <a:gd name="p0x16" fmla="*/ 60 w 6776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33425" y="35807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273" t="-10152" r="-2273" b="-10152"/>
          <a:stretch>
            <a:fillRect/>
          </a:stretch>
        </p:blipFill>
        <p:spPr>
          <a:xfrm>
            <a:off x="833120" y="3662045"/>
            <a:ext cx="219075" cy="2520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304925" y="3501333"/>
            <a:ext cx="169984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Python / Node.js</a:t>
            </a:r>
            <a:endParaRPr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304925" y="3776606"/>
            <a:ext cx="15093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3.11 / 18.17.0</a:t>
            </a:r>
            <a:endParaRPr sz="13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575945" y="4817745"/>
            <a:ext cx="4303395" cy="1654175"/>
          </a:xfrm>
          <a:custGeom>
            <a:avLst/>
            <a:gdLst>
              <a:gd name="sw" fmla="*/ 1 w 6776"/>
              <a:gd name="sh" fmla="*/ 1 h 2604"/>
              <a:gd name="mins" fmla="min sw sh"/>
              <a:gd name="dsw" fmla="+- 0 sw mins"/>
              <a:gd name="dsh" fmla="+- 0 sh mins"/>
              <a:gd name="p0x0" fmla="*/ 60 w 6776"/>
              <a:gd name="p0y0" fmla="*/ 0 h 2604"/>
              <a:gd name="p0x1" fmla="*/ 6716 w 6776"/>
              <a:gd name="p0y1" fmla="*/ 0 h 2604"/>
              <a:gd name="p0x2" fmla="*/ 6750 w 6776"/>
              <a:gd name="p0y2" fmla="*/ 0 h 2604"/>
              <a:gd name="p0x3" fmla="*/ 6776 w 6776"/>
              <a:gd name="p0y3" fmla="*/ 26 h 2604"/>
              <a:gd name="p0x4" fmla="*/ 6776 w 6776"/>
              <a:gd name="p0y4" fmla="*/ 60 h 2604"/>
              <a:gd name="p0x5" fmla="*/ 6776 w 6776"/>
              <a:gd name="p0y5" fmla="*/ 2544 h 2604"/>
              <a:gd name="p0x6" fmla="*/ 6776 w 6776"/>
              <a:gd name="p0y6" fmla="*/ 2578 h 2604"/>
              <a:gd name="p0x7" fmla="*/ 6750 w 6776"/>
              <a:gd name="p0y7" fmla="*/ 2604 h 2604"/>
              <a:gd name="p0x8" fmla="*/ 6716 w 6776"/>
              <a:gd name="p0y8" fmla="*/ 2604 h 2604"/>
              <a:gd name="p0x9" fmla="*/ 60 w 6776"/>
              <a:gd name="p0y9" fmla="*/ 2604 h 2604"/>
              <a:gd name="p0x10" fmla="*/ 26 w 6776"/>
              <a:gd name="p0y10" fmla="*/ 2604 h 2604"/>
              <a:gd name="p0x11" fmla="*/ 0 w 6776"/>
              <a:gd name="p0y11" fmla="*/ 2578 h 2604"/>
              <a:gd name="p0x12" fmla="*/ 0 w 6776"/>
              <a:gd name="p0y12" fmla="*/ 2544 h 2604"/>
              <a:gd name="p0x13" fmla="*/ 0 w 6776"/>
              <a:gd name="p0y13" fmla="*/ 60 h 2604"/>
              <a:gd name="p0x14" fmla="*/ 0 w 6776"/>
              <a:gd name="p0y14" fmla="*/ 26 h 2604"/>
              <a:gd name="p0x15" fmla="*/ 26 w 6776"/>
              <a:gd name="p0y15" fmla="*/ 0 h 2604"/>
              <a:gd name="p0x16" fmla="*/ 60 w 6776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33425" y="54349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7451" t="-2933" r="-7451" b="-2933"/>
          <a:stretch>
            <a:fillRect/>
          </a:stretch>
        </p:blipFill>
        <p:spPr>
          <a:xfrm>
            <a:off x="849630" y="5516245"/>
            <a:ext cx="186055" cy="2520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304925" y="5355508"/>
            <a:ext cx="196981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OpenHarmony SDK</a:t>
            </a:r>
            <a:endParaRPr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1304925" y="5630780"/>
            <a:ext cx="177931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API 10+</a:t>
            </a:r>
            <a:endParaRPr sz="13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155565" y="1109345"/>
            <a:ext cx="2019935" cy="5362575"/>
          </a:xfrm>
          <a:custGeom>
            <a:avLst/>
            <a:gdLst>
              <a:gd name="sw" fmla="*/ 1 w 3181"/>
              <a:gd name="sh" fmla="*/ 1 h 8445"/>
              <a:gd name="mins" fmla="min sw sh"/>
              <a:gd name="dsw" fmla="+- 0 sw mins"/>
              <a:gd name="dsh" fmla="+- 0 sh mins"/>
              <a:gd name="p0x0" fmla="*/ 60 w 3181"/>
              <a:gd name="p0y0" fmla="*/ 0 h 8445"/>
              <a:gd name="p0x1" fmla="*/ 3121 w 3181"/>
              <a:gd name="p0y1" fmla="*/ 0 h 8445"/>
              <a:gd name="p0x2" fmla="*/ 3154 w 3181"/>
              <a:gd name="p0y2" fmla="*/ 0 h 8445"/>
              <a:gd name="p0x3" fmla="*/ 3181 w 3181"/>
              <a:gd name="p0y3" fmla="*/ 26 h 8445"/>
              <a:gd name="p0x4" fmla="*/ 3181 w 3181"/>
              <a:gd name="p0y4" fmla="*/ 60 h 8445"/>
              <a:gd name="p0x5" fmla="*/ 3181 w 3181"/>
              <a:gd name="p0y5" fmla="*/ 8385 h 8445"/>
              <a:gd name="p0x6" fmla="*/ 3181 w 3181"/>
              <a:gd name="p0y6" fmla="*/ 8418 h 8445"/>
              <a:gd name="p0x7" fmla="*/ 3154 w 3181"/>
              <a:gd name="p0y7" fmla="*/ 8445 h 8445"/>
              <a:gd name="p0x8" fmla="*/ 3121 w 3181"/>
              <a:gd name="p0y8" fmla="*/ 8445 h 8445"/>
              <a:gd name="p0x9" fmla="*/ 60 w 3181"/>
              <a:gd name="p0y9" fmla="*/ 8445 h 8445"/>
              <a:gd name="p0x10" fmla="*/ 26 w 3181"/>
              <a:gd name="p0y10" fmla="*/ 8445 h 8445"/>
              <a:gd name="p0x11" fmla="*/ 0 w 3181"/>
              <a:gd name="p0y11" fmla="*/ 8418 h 8445"/>
              <a:gd name="p0x12" fmla="*/ 0 w 3181"/>
              <a:gd name="p0y12" fmla="*/ 8385 h 8445"/>
              <a:gd name="p0x13" fmla="*/ 0 w 3181"/>
              <a:gd name="p0y13" fmla="*/ 60 h 8445"/>
              <a:gd name="p0x14" fmla="*/ 0 w 3181"/>
              <a:gd name="p0y14" fmla="*/ 26 h 8445"/>
              <a:gd name="p0x15" fmla="*/ 26 w 3181"/>
              <a:gd name="p0y15" fmla="*/ 0 h 8445"/>
              <a:gd name="p0x16" fmla="*/ 60 w 318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5350510" y="28860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5483352" y="2958465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6"/>
            </p:custDataLst>
          </p:nvPr>
        </p:nvSpPr>
        <p:spPr>
          <a:xfrm>
            <a:off x="5351116" y="3442335"/>
            <a:ext cx="1629442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成功克隆项目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7"/>
            </p:custDataLst>
          </p:nvPr>
        </p:nvSpPr>
        <p:spPr>
          <a:xfrm>
            <a:off x="5351116" y="3767138"/>
            <a:ext cx="1629442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ArkAnalyzer-HapRay </a:t>
            </a:r>
            <a:r>
              <a:rPr 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仓库已完整拉取至本地</a:t>
            </a:r>
            <a:endParaRPr lang="zh-CN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8"/>
            </p:custDataLst>
          </p:nvPr>
        </p:nvSpPr>
        <p:spPr>
          <a:xfrm>
            <a:off x="7375525" y="1109345"/>
            <a:ext cx="2019935" cy="5362575"/>
          </a:xfrm>
          <a:custGeom>
            <a:avLst/>
            <a:gdLst>
              <a:gd name="sw" fmla="*/ 1 w 3181"/>
              <a:gd name="sh" fmla="*/ 1 h 8445"/>
              <a:gd name="mins" fmla="min sw sh"/>
              <a:gd name="dsw" fmla="+- 0 sw mins"/>
              <a:gd name="dsh" fmla="+- 0 sh mins"/>
              <a:gd name="p0x0" fmla="*/ 60 w 3181"/>
              <a:gd name="p0y0" fmla="*/ 0 h 8445"/>
              <a:gd name="p0x1" fmla="*/ 3121 w 3181"/>
              <a:gd name="p0y1" fmla="*/ 0 h 8445"/>
              <a:gd name="p0x2" fmla="*/ 3154 w 3181"/>
              <a:gd name="p0y2" fmla="*/ 0 h 8445"/>
              <a:gd name="p0x3" fmla="*/ 3181 w 3181"/>
              <a:gd name="p0y3" fmla="*/ 26 h 8445"/>
              <a:gd name="p0x4" fmla="*/ 3181 w 3181"/>
              <a:gd name="p0y4" fmla="*/ 60 h 8445"/>
              <a:gd name="p0x5" fmla="*/ 3181 w 3181"/>
              <a:gd name="p0y5" fmla="*/ 8385 h 8445"/>
              <a:gd name="p0x6" fmla="*/ 3181 w 3181"/>
              <a:gd name="p0y6" fmla="*/ 8418 h 8445"/>
              <a:gd name="p0x7" fmla="*/ 3154 w 3181"/>
              <a:gd name="p0y7" fmla="*/ 8445 h 8445"/>
              <a:gd name="p0x8" fmla="*/ 3121 w 3181"/>
              <a:gd name="p0y8" fmla="*/ 8445 h 8445"/>
              <a:gd name="p0x9" fmla="*/ 60 w 3181"/>
              <a:gd name="p0y9" fmla="*/ 8445 h 8445"/>
              <a:gd name="p0x10" fmla="*/ 26 w 3181"/>
              <a:gd name="p0y10" fmla="*/ 8445 h 8445"/>
              <a:gd name="p0x11" fmla="*/ 0 w 3181"/>
              <a:gd name="p0y11" fmla="*/ 8418 h 8445"/>
              <a:gd name="p0x12" fmla="*/ 0 w 3181"/>
              <a:gd name="p0y12" fmla="*/ 8385 h 8445"/>
              <a:gd name="p0x13" fmla="*/ 0 w 3181"/>
              <a:gd name="p0y13" fmla="*/ 60 h 8445"/>
              <a:gd name="p0x14" fmla="*/ 0 w 3181"/>
              <a:gd name="p0y14" fmla="*/ 26 h 8445"/>
              <a:gd name="p0x15" fmla="*/ 26 w 3181"/>
              <a:gd name="p0y15" fmla="*/ 0 h 8445"/>
              <a:gd name="p0x16" fmla="*/ 60 w 318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9"/>
            </p:custDataLst>
          </p:nvPr>
        </p:nvSpPr>
        <p:spPr>
          <a:xfrm>
            <a:off x="7571105" y="30384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7703344" y="3110865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7571108" y="3594735"/>
            <a:ext cx="1629442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依赖安装完成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2"/>
            </p:custDataLst>
          </p:nvPr>
        </p:nvSpPr>
        <p:spPr>
          <a:xfrm>
            <a:off x="7571108" y="3919538"/>
            <a:ext cx="1629442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主命令验证通过，运行环境就绪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9595485" y="1109345"/>
            <a:ext cx="2019935" cy="5362575"/>
          </a:xfrm>
          <a:custGeom>
            <a:avLst/>
            <a:gdLst>
              <a:gd name="sw" fmla="*/ 1 w 3181"/>
              <a:gd name="sh" fmla="*/ 1 h 8445"/>
              <a:gd name="mins" fmla="min sw sh"/>
              <a:gd name="dsw" fmla="+- 0 sw mins"/>
              <a:gd name="dsh" fmla="+- 0 sh mins"/>
              <a:gd name="p0x0" fmla="*/ 60 w 3181"/>
              <a:gd name="p0y0" fmla="*/ 0 h 8445"/>
              <a:gd name="p0x1" fmla="*/ 3121 w 3181"/>
              <a:gd name="p0y1" fmla="*/ 0 h 8445"/>
              <a:gd name="p0x2" fmla="*/ 3154 w 3181"/>
              <a:gd name="p0y2" fmla="*/ 0 h 8445"/>
              <a:gd name="p0x3" fmla="*/ 3181 w 3181"/>
              <a:gd name="p0y3" fmla="*/ 26 h 8445"/>
              <a:gd name="p0x4" fmla="*/ 3181 w 3181"/>
              <a:gd name="p0y4" fmla="*/ 60 h 8445"/>
              <a:gd name="p0x5" fmla="*/ 3181 w 3181"/>
              <a:gd name="p0y5" fmla="*/ 8385 h 8445"/>
              <a:gd name="p0x6" fmla="*/ 3181 w 3181"/>
              <a:gd name="p0y6" fmla="*/ 8418 h 8445"/>
              <a:gd name="p0x7" fmla="*/ 3154 w 3181"/>
              <a:gd name="p0y7" fmla="*/ 8445 h 8445"/>
              <a:gd name="p0x8" fmla="*/ 3121 w 3181"/>
              <a:gd name="p0y8" fmla="*/ 8445 h 8445"/>
              <a:gd name="p0x9" fmla="*/ 60 w 3181"/>
              <a:gd name="p0y9" fmla="*/ 8445 h 8445"/>
              <a:gd name="p0x10" fmla="*/ 26 w 3181"/>
              <a:gd name="p0y10" fmla="*/ 8445 h 8445"/>
              <a:gd name="p0x11" fmla="*/ 0 w 3181"/>
              <a:gd name="p0y11" fmla="*/ 8418 h 8445"/>
              <a:gd name="p0x12" fmla="*/ 0 w 3181"/>
              <a:gd name="p0y12" fmla="*/ 8385 h 8445"/>
              <a:gd name="p0x13" fmla="*/ 0 w 3181"/>
              <a:gd name="p0y13" fmla="*/ 60 h 8445"/>
              <a:gd name="p0x14" fmla="*/ 0 w 3181"/>
              <a:gd name="p0y14" fmla="*/ 26 h 8445"/>
              <a:gd name="p0x15" fmla="*/ 26 w 3181"/>
              <a:gd name="p0y15" fmla="*/ 0 h 8445"/>
              <a:gd name="p0x16" fmla="*/ 60 w 318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4"/>
            </p:custDataLst>
          </p:nvPr>
        </p:nvSpPr>
        <p:spPr>
          <a:xfrm>
            <a:off x="9791065" y="28860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5"/>
            </p:custDataLst>
          </p:nvPr>
        </p:nvSpPr>
        <p:spPr>
          <a:xfrm>
            <a:off x="9923345" y="2958465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6"/>
            </p:custDataLst>
          </p:nvPr>
        </p:nvSpPr>
        <p:spPr>
          <a:xfrm>
            <a:off x="9791109" y="3442335"/>
            <a:ext cx="1629442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理解工具关系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7"/>
            </p:custDataLst>
          </p:nvPr>
        </p:nvSpPr>
        <p:spPr>
          <a:xfrm>
            <a:off x="9791109" y="3767138"/>
            <a:ext cx="1637929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 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ArkAnalyzer-HapRay 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同源架构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框架架构分析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整体架构</a:t>
            </a:r>
            <a:endParaRPr lang="zh-CN"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34218" y="2605088"/>
            <a:ext cx="2227364" cy="1042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6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CIM</a:t>
            </a:r>
            <a:endParaRPr sz="6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066800" y="3741420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代码插桩模块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35228" y="4229100"/>
            <a:ext cx="206335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ArkTS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源码进行插桩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04909" y="4610100"/>
            <a:ext cx="152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捕获运行时信息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3768852" y="2605088"/>
            <a:ext cx="2596905" cy="1042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6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EGM</a:t>
            </a:r>
            <a:endParaRPr sz="6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3886200" y="3741420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事件生成模块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4114724" y="4229100"/>
            <a:ext cx="1143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策略适配器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3561902" y="4610100"/>
            <a:ext cx="224871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DFS/BFS/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随机探索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890747" y="2605088"/>
            <a:ext cx="1991916" cy="1042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6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EM</a:t>
            </a:r>
            <a:endParaRPr sz="6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972300" y="37414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执行模块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172200" y="4229100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控制应用运行、模拟用户交互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6743700" y="4610100"/>
            <a:ext cx="152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收集运行时数据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9437713" y="2605088"/>
            <a:ext cx="2536698" cy="1042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6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DPM</a:t>
            </a:r>
            <a:endParaRPr sz="6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9525000" y="3741420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数据处理模块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9846840" y="4229100"/>
            <a:ext cx="95652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PTG</a:t>
            </a:r>
            <a:endParaRPr lang="en-US" altLang="zh-CN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9638329" y="4610100"/>
            <a:ext cx="137353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DataHub</a:t>
            </a:r>
            <a:endParaRPr lang="en-US" altLang="zh-CN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模块深入分析</a:t>
            </a:r>
            <a:endParaRPr lang="zh-CN"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766445" y="1299845"/>
            <a:ext cx="4461510" cy="1527175"/>
          </a:xfrm>
          <a:custGeom>
            <a:avLst/>
            <a:gdLst>
              <a:gd name="sw" fmla="*/ 1 w 7025"/>
              <a:gd name="sh" fmla="*/ 1 h 2405"/>
              <a:gd name="mins" fmla="min sw sh"/>
              <a:gd name="dsw" fmla="+- 0 sw mins"/>
              <a:gd name="dsh" fmla="+- 0 sh mins"/>
              <a:gd name="p0x0" fmla="*/ 60 w 7025"/>
              <a:gd name="p0y0" fmla="*/ 0 h 2405"/>
              <a:gd name="p0x1" fmla="*/ 6965 w 7025"/>
              <a:gd name="p0y1" fmla="*/ 0 h 2405"/>
              <a:gd name="p0x2" fmla="*/ 6999 w 7025"/>
              <a:gd name="p0y2" fmla="*/ 0 h 2405"/>
              <a:gd name="p0x3" fmla="*/ 7025 w 7025"/>
              <a:gd name="p0y3" fmla="*/ 26 h 2405"/>
              <a:gd name="p0x4" fmla="*/ 7025 w 7025"/>
              <a:gd name="p0y4" fmla="*/ 60 h 2405"/>
              <a:gd name="p0x5" fmla="*/ 7025 w 7025"/>
              <a:gd name="p0y5" fmla="*/ 2345 h 2405"/>
              <a:gd name="p0x6" fmla="*/ 7025 w 7025"/>
              <a:gd name="p0y6" fmla="*/ 2378 h 2405"/>
              <a:gd name="p0x7" fmla="*/ 6999 w 7025"/>
              <a:gd name="p0y7" fmla="*/ 2405 h 2405"/>
              <a:gd name="p0x8" fmla="*/ 6965 w 7025"/>
              <a:gd name="p0y8" fmla="*/ 2405 h 2405"/>
              <a:gd name="p0x9" fmla="*/ 60 w 7025"/>
              <a:gd name="p0y9" fmla="*/ 2405 h 2405"/>
              <a:gd name="p0x10" fmla="*/ 26 w 7025"/>
              <a:gd name="p0y10" fmla="*/ 2405 h 2405"/>
              <a:gd name="p0x11" fmla="*/ 0 w 7025"/>
              <a:gd name="p0y11" fmla="*/ 2378 h 2405"/>
              <a:gd name="p0x12" fmla="*/ 0 w 7025"/>
              <a:gd name="p0y12" fmla="*/ 2345 h 2405"/>
              <a:gd name="p0x13" fmla="*/ 0 w 7025"/>
              <a:gd name="p0y13" fmla="*/ 60 h 2405"/>
              <a:gd name="p0x14" fmla="*/ 0 w 7025"/>
              <a:gd name="p0y14" fmla="*/ 26 h 2405"/>
              <a:gd name="p0x15" fmla="*/ 26 w 7025"/>
              <a:gd name="p0y15" fmla="*/ 0 h 2405"/>
              <a:gd name="p0x16" fmla="*/ 60 w 7025"/>
              <a:gd name="p0y16" fmla="*/ 0 h 2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962025" y="1495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1047750" y="1576070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495425" y="1522095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策略适配器架构</a:t>
            </a:r>
            <a:endParaRPr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962025" y="2052638"/>
            <a:ext cx="40709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采用</a:t>
            </a:r>
            <a:r>
              <a:rPr sz="1500" b="1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四阶段流水线</a:t>
            </a: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设计，实现策略执行的标准化流程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766445" y="3027045"/>
            <a:ext cx="4461510" cy="1527175"/>
          </a:xfrm>
          <a:custGeom>
            <a:avLst/>
            <a:gdLst>
              <a:gd name="sw" fmla="*/ 1 w 7025"/>
              <a:gd name="sh" fmla="*/ 1 h 2405"/>
              <a:gd name="mins" fmla="min sw sh"/>
              <a:gd name="dsw" fmla="+- 0 sw mins"/>
              <a:gd name="dsh" fmla="+- 0 sh mins"/>
              <a:gd name="p0x0" fmla="*/ 60 w 7025"/>
              <a:gd name="p0y0" fmla="*/ 0 h 2405"/>
              <a:gd name="p0x1" fmla="*/ 6965 w 7025"/>
              <a:gd name="p0y1" fmla="*/ 0 h 2405"/>
              <a:gd name="p0x2" fmla="*/ 6999 w 7025"/>
              <a:gd name="p0y2" fmla="*/ 0 h 2405"/>
              <a:gd name="p0x3" fmla="*/ 7025 w 7025"/>
              <a:gd name="p0y3" fmla="*/ 26 h 2405"/>
              <a:gd name="p0x4" fmla="*/ 7025 w 7025"/>
              <a:gd name="p0y4" fmla="*/ 60 h 2405"/>
              <a:gd name="p0x5" fmla="*/ 7025 w 7025"/>
              <a:gd name="p0y5" fmla="*/ 2345 h 2405"/>
              <a:gd name="p0x6" fmla="*/ 7025 w 7025"/>
              <a:gd name="p0y6" fmla="*/ 2378 h 2405"/>
              <a:gd name="p0x7" fmla="*/ 6999 w 7025"/>
              <a:gd name="p0y7" fmla="*/ 2405 h 2405"/>
              <a:gd name="p0x8" fmla="*/ 6965 w 7025"/>
              <a:gd name="p0y8" fmla="*/ 2405 h 2405"/>
              <a:gd name="p0x9" fmla="*/ 60 w 7025"/>
              <a:gd name="p0y9" fmla="*/ 2405 h 2405"/>
              <a:gd name="p0x10" fmla="*/ 26 w 7025"/>
              <a:gd name="p0y10" fmla="*/ 2405 h 2405"/>
              <a:gd name="p0x11" fmla="*/ 0 w 7025"/>
              <a:gd name="p0y11" fmla="*/ 2378 h 2405"/>
              <a:gd name="p0x12" fmla="*/ 0 w 7025"/>
              <a:gd name="p0y12" fmla="*/ 2345 h 2405"/>
              <a:gd name="p0x13" fmla="*/ 0 w 7025"/>
              <a:gd name="p0y13" fmla="*/ 60 h 2405"/>
              <a:gd name="p0x14" fmla="*/ 0 w 7025"/>
              <a:gd name="p0y14" fmla="*/ 26 h 2405"/>
              <a:gd name="p0x15" fmla="*/ 26 w 7025"/>
              <a:gd name="p0y15" fmla="*/ 0 h 2405"/>
              <a:gd name="p0x16" fmla="*/ 60 w 7025"/>
              <a:gd name="p0y16" fmla="*/ 0 h 2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962025" y="32226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1047750" y="3303270"/>
            <a:ext cx="24765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495425" y="324932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多策略支持</a:t>
            </a:r>
            <a:endParaRPr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962025" y="3779863"/>
            <a:ext cx="40709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zh-CN" sz="1500" b="1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贪心</a:t>
            </a:r>
            <a:r>
              <a:rPr lang="en-US" altLang="zh-CN" sz="1500" b="1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1500" b="1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 b="1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</a:t>
            </a:r>
            <a:r>
              <a:rPr lang="zh-CN" altLang="en-US" sz="1500" b="1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、随机探索</a:t>
            </a: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等多种探索策略，覆盖不同场景需求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766445" y="4754245"/>
            <a:ext cx="4461510" cy="1527175"/>
          </a:xfrm>
          <a:custGeom>
            <a:avLst/>
            <a:gdLst>
              <a:gd name="sw" fmla="*/ 1 w 7025"/>
              <a:gd name="sh" fmla="*/ 1 h 2405"/>
              <a:gd name="mins" fmla="min sw sh"/>
              <a:gd name="dsw" fmla="+- 0 sw mins"/>
              <a:gd name="dsh" fmla="+- 0 sh mins"/>
              <a:gd name="p0x0" fmla="*/ 60 w 7025"/>
              <a:gd name="p0y0" fmla="*/ 0 h 2405"/>
              <a:gd name="p0x1" fmla="*/ 6965 w 7025"/>
              <a:gd name="p0y1" fmla="*/ 0 h 2405"/>
              <a:gd name="p0x2" fmla="*/ 6999 w 7025"/>
              <a:gd name="p0y2" fmla="*/ 0 h 2405"/>
              <a:gd name="p0x3" fmla="*/ 7025 w 7025"/>
              <a:gd name="p0y3" fmla="*/ 26 h 2405"/>
              <a:gd name="p0x4" fmla="*/ 7025 w 7025"/>
              <a:gd name="p0y4" fmla="*/ 60 h 2405"/>
              <a:gd name="p0x5" fmla="*/ 7025 w 7025"/>
              <a:gd name="p0y5" fmla="*/ 2345 h 2405"/>
              <a:gd name="p0x6" fmla="*/ 7025 w 7025"/>
              <a:gd name="p0y6" fmla="*/ 2378 h 2405"/>
              <a:gd name="p0x7" fmla="*/ 6999 w 7025"/>
              <a:gd name="p0y7" fmla="*/ 2405 h 2405"/>
              <a:gd name="p0x8" fmla="*/ 6965 w 7025"/>
              <a:gd name="p0y8" fmla="*/ 2405 h 2405"/>
              <a:gd name="p0x9" fmla="*/ 60 w 7025"/>
              <a:gd name="p0y9" fmla="*/ 2405 h 2405"/>
              <a:gd name="p0x10" fmla="*/ 26 w 7025"/>
              <a:gd name="p0y10" fmla="*/ 2405 h 2405"/>
              <a:gd name="p0x11" fmla="*/ 0 w 7025"/>
              <a:gd name="p0y11" fmla="*/ 2378 h 2405"/>
              <a:gd name="p0x12" fmla="*/ 0 w 7025"/>
              <a:gd name="p0y12" fmla="*/ 2345 h 2405"/>
              <a:gd name="p0x13" fmla="*/ 0 w 7025"/>
              <a:gd name="p0y13" fmla="*/ 60 h 2405"/>
              <a:gd name="p0x14" fmla="*/ 0 w 7025"/>
              <a:gd name="p0y14" fmla="*/ 26 h 2405"/>
              <a:gd name="p0x15" fmla="*/ 26 w 7025"/>
              <a:gd name="p0y15" fmla="*/ 0 h 2405"/>
              <a:gd name="p0x16" fmla="*/ 60 w 7025"/>
              <a:gd name="p0y16" fmla="*/ 0 h 2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962025" y="49498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1047750" y="5030470"/>
            <a:ext cx="247650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495425" y="4976546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启动时策略选定</a:t>
            </a:r>
            <a:endParaRPr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962025" y="5507088"/>
            <a:ext cx="40709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策略在</a:t>
            </a:r>
            <a:r>
              <a:rPr sz="1500" b="1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测试启动时即完成绑定</a:t>
            </a: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，确保执行环境一致性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885180" y="1299845"/>
            <a:ext cx="5539740" cy="1527175"/>
          </a:xfrm>
          <a:custGeom>
            <a:avLst/>
            <a:gdLst>
              <a:gd name="sw" fmla="*/ 1 w 8724"/>
              <a:gd name="sh" fmla="*/ 1 h 2405"/>
              <a:gd name="mins" fmla="min sw sh"/>
              <a:gd name="dsw" fmla="+- 0 sw mins"/>
              <a:gd name="dsh" fmla="+- 0 sh mins"/>
              <a:gd name="p0x0" fmla="*/ 60 w 8724"/>
              <a:gd name="p0y0" fmla="*/ 0 h 2405"/>
              <a:gd name="p0x1" fmla="*/ 8664 w 8724"/>
              <a:gd name="p0y1" fmla="*/ 0 h 2405"/>
              <a:gd name="p0x2" fmla="*/ 8697 w 8724"/>
              <a:gd name="p0y2" fmla="*/ 0 h 2405"/>
              <a:gd name="p0x3" fmla="*/ 8724 w 8724"/>
              <a:gd name="p0y3" fmla="*/ 26 h 2405"/>
              <a:gd name="p0x4" fmla="*/ 8724 w 8724"/>
              <a:gd name="p0y4" fmla="*/ 60 h 2405"/>
              <a:gd name="p0x5" fmla="*/ 8724 w 8724"/>
              <a:gd name="p0y5" fmla="*/ 2345 h 2405"/>
              <a:gd name="p0x6" fmla="*/ 8724 w 8724"/>
              <a:gd name="p0y6" fmla="*/ 2378 h 2405"/>
              <a:gd name="p0x7" fmla="*/ 8697 w 8724"/>
              <a:gd name="p0y7" fmla="*/ 2405 h 2405"/>
              <a:gd name="p0x8" fmla="*/ 8664 w 8724"/>
              <a:gd name="p0y8" fmla="*/ 2405 h 2405"/>
              <a:gd name="p0x9" fmla="*/ 60 w 8724"/>
              <a:gd name="p0y9" fmla="*/ 2405 h 2405"/>
              <a:gd name="p0x10" fmla="*/ 26 w 8724"/>
              <a:gd name="p0y10" fmla="*/ 2405 h 2405"/>
              <a:gd name="p0x11" fmla="*/ 0 w 8724"/>
              <a:gd name="p0y11" fmla="*/ 2378 h 2405"/>
              <a:gd name="p0x12" fmla="*/ 0 w 8724"/>
              <a:gd name="p0y12" fmla="*/ 2345 h 2405"/>
              <a:gd name="p0x13" fmla="*/ 0 w 8724"/>
              <a:gd name="p0y13" fmla="*/ 60 h 2405"/>
              <a:gd name="p0x14" fmla="*/ 0 w 8724"/>
              <a:gd name="p0y14" fmla="*/ 26 h 2405"/>
              <a:gd name="p0x15" fmla="*/ 26 w 8724"/>
              <a:gd name="p0y15" fmla="*/ 0 h 2405"/>
              <a:gd name="p0x16" fmla="*/ 60 w 8724"/>
              <a:gd name="p0y16" fmla="*/ 0 h 2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A1A1A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6080125" y="1495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273" t="-97407" r="-2273" b="-97407"/>
          <a:stretch>
            <a:fillRect/>
          </a:stretch>
        </p:blipFill>
        <p:spPr>
          <a:xfrm>
            <a:off x="6180455" y="1576070"/>
            <a:ext cx="219075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6614141" y="1522095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组件无差别对待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6080741" y="2052638"/>
            <a:ext cx="514923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登录按钮与返回按钮被赋予同等概率</a:t>
            </a: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，关键交互元素未做优先级区分，导致核心路径探索效率低下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5885180" y="3027045"/>
            <a:ext cx="5539740" cy="1527175"/>
          </a:xfrm>
          <a:custGeom>
            <a:avLst/>
            <a:gdLst>
              <a:gd name="sw" fmla="*/ 1 w 8724"/>
              <a:gd name="sh" fmla="*/ 1 h 2405"/>
              <a:gd name="mins" fmla="min sw sh"/>
              <a:gd name="dsw" fmla="+- 0 sw mins"/>
              <a:gd name="dsh" fmla="+- 0 sh mins"/>
              <a:gd name="p0x0" fmla="*/ 60 w 8724"/>
              <a:gd name="p0y0" fmla="*/ 0 h 2405"/>
              <a:gd name="p0x1" fmla="*/ 8664 w 8724"/>
              <a:gd name="p0y1" fmla="*/ 0 h 2405"/>
              <a:gd name="p0x2" fmla="*/ 8697 w 8724"/>
              <a:gd name="p0y2" fmla="*/ 0 h 2405"/>
              <a:gd name="p0x3" fmla="*/ 8724 w 8724"/>
              <a:gd name="p0y3" fmla="*/ 26 h 2405"/>
              <a:gd name="p0x4" fmla="*/ 8724 w 8724"/>
              <a:gd name="p0y4" fmla="*/ 60 h 2405"/>
              <a:gd name="p0x5" fmla="*/ 8724 w 8724"/>
              <a:gd name="p0y5" fmla="*/ 2345 h 2405"/>
              <a:gd name="p0x6" fmla="*/ 8724 w 8724"/>
              <a:gd name="p0y6" fmla="*/ 2378 h 2405"/>
              <a:gd name="p0x7" fmla="*/ 8697 w 8724"/>
              <a:gd name="p0y7" fmla="*/ 2405 h 2405"/>
              <a:gd name="p0x8" fmla="*/ 8664 w 8724"/>
              <a:gd name="p0y8" fmla="*/ 2405 h 2405"/>
              <a:gd name="p0x9" fmla="*/ 60 w 8724"/>
              <a:gd name="p0y9" fmla="*/ 2405 h 2405"/>
              <a:gd name="p0x10" fmla="*/ 26 w 8724"/>
              <a:gd name="p0y10" fmla="*/ 2405 h 2405"/>
              <a:gd name="p0x11" fmla="*/ 0 w 8724"/>
              <a:gd name="p0y11" fmla="*/ 2378 h 2405"/>
              <a:gd name="p0x12" fmla="*/ 0 w 8724"/>
              <a:gd name="p0y12" fmla="*/ 2345 h 2405"/>
              <a:gd name="p0x13" fmla="*/ 0 w 8724"/>
              <a:gd name="p0y13" fmla="*/ 60 h 2405"/>
              <a:gd name="p0x14" fmla="*/ 0 w 8724"/>
              <a:gd name="p0y14" fmla="*/ 26 h 2405"/>
              <a:gd name="p0x15" fmla="*/ 26 w 8724"/>
              <a:gd name="p0y15" fmla="*/ 0 h 2405"/>
              <a:gd name="p0x16" fmla="*/ 60 w 8724"/>
              <a:gd name="p0y16" fmla="*/ 0 h 2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A1A1A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6080125" y="32226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11181" r="-11181"/>
          <a:stretch>
            <a:fillRect/>
          </a:stretch>
        </p:blipFill>
        <p:spPr>
          <a:xfrm>
            <a:off x="6135370" y="3303270"/>
            <a:ext cx="309245" cy="2527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6614141" y="3249320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缺乏实时反馈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6080741" y="3779863"/>
            <a:ext cx="514923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实时数据交互有限</a:t>
            </a: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，无法根据动态监控结果即时调整探索方向，形成信息孤岛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5885180" y="4754245"/>
            <a:ext cx="5539740" cy="1527175"/>
          </a:xfrm>
          <a:custGeom>
            <a:avLst/>
            <a:gdLst>
              <a:gd name="sw" fmla="*/ 1 w 8724"/>
              <a:gd name="sh" fmla="*/ 1 h 2405"/>
              <a:gd name="mins" fmla="min sw sh"/>
              <a:gd name="dsw" fmla="+- 0 sw mins"/>
              <a:gd name="dsh" fmla="+- 0 sh mins"/>
              <a:gd name="p0x0" fmla="*/ 60 w 8724"/>
              <a:gd name="p0y0" fmla="*/ 0 h 2405"/>
              <a:gd name="p0x1" fmla="*/ 8664 w 8724"/>
              <a:gd name="p0y1" fmla="*/ 0 h 2405"/>
              <a:gd name="p0x2" fmla="*/ 8697 w 8724"/>
              <a:gd name="p0y2" fmla="*/ 0 h 2405"/>
              <a:gd name="p0x3" fmla="*/ 8724 w 8724"/>
              <a:gd name="p0y3" fmla="*/ 26 h 2405"/>
              <a:gd name="p0x4" fmla="*/ 8724 w 8724"/>
              <a:gd name="p0y4" fmla="*/ 60 h 2405"/>
              <a:gd name="p0x5" fmla="*/ 8724 w 8724"/>
              <a:gd name="p0y5" fmla="*/ 2345 h 2405"/>
              <a:gd name="p0x6" fmla="*/ 8724 w 8724"/>
              <a:gd name="p0y6" fmla="*/ 2378 h 2405"/>
              <a:gd name="p0x7" fmla="*/ 8697 w 8724"/>
              <a:gd name="p0y7" fmla="*/ 2405 h 2405"/>
              <a:gd name="p0x8" fmla="*/ 8664 w 8724"/>
              <a:gd name="p0y8" fmla="*/ 2405 h 2405"/>
              <a:gd name="p0x9" fmla="*/ 60 w 8724"/>
              <a:gd name="p0y9" fmla="*/ 2405 h 2405"/>
              <a:gd name="p0x10" fmla="*/ 26 w 8724"/>
              <a:gd name="p0y10" fmla="*/ 2405 h 2405"/>
              <a:gd name="p0x11" fmla="*/ 0 w 8724"/>
              <a:gd name="p0y11" fmla="*/ 2378 h 2405"/>
              <a:gd name="p0x12" fmla="*/ 0 w 8724"/>
              <a:gd name="p0y12" fmla="*/ 2345 h 2405"/>
              <a:gd name="p0x13" fmla="*/ 0 w 8724"/>
              <a:gd name="p0y13" fmla="*/ 60 h 2405"/>
              <a:gd name="p0x14" fmla="*/ 0 w 8724"/>
              <a:gd name="p0y14" fmla="*/ 26 h 2405"/>
              <a:gd name="p0x15" fmla="*/ 26 w 8724"/>
              <a:gd name="p0y15" fmla="*/ 0 h 2405"/>
              <a:gd name="p0x16" fmla="*/ 60 w 8724"/>
              <a:gd name="p0y16" fmla="*/ 0 h 2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A1A1A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8"/>
            </p:custDataLst>
          </p:nvPr>
        </p:nvSpPr>
        <p:spPr>
          <a:xfrm>
            <a:off x="6080125" y="49498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6196965" y="5030470"/>
            <a:ext cx="186055" cy="2527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2"/>
            </p:custDataLst>
          </p:nvPr>
        </p:nvSpPr>
        <p:spPr>
          <a:xfrm>
            <a:off x="6614141" y="4976546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策略固定不可调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3"/>
            </p:custDataLst>
          </p:nvPr>
        </p:nvSpPr>
        <p:spPr>
          <a:xfrm>
            <a:off x="6080741" y="5507088"/>
            <a:ext cx="514923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选定后不可调整</a:t>
            </a: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，无法应对测试过程中的环境变化与突发需求，灵活性严重受限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改进方案设计与实现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改进方案总体架构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766445" y="1299845"/>
            <a:ext cx="2775585" cy="4981575"/>
          </a:xfrm>
          <a:custGeom>
            <a:avLst/>
            <a:gdLst>
              <a:gd name="sw" fmla="*/ 1 w 4370"/>
              <a:gd name="sh" fmla="*/ 1 h 7845"/>
              <a:gd name="mins" fmla="min sw sh"/>
              <a:gd name="dsw" fmla="+- 0 sw mins"/>
              <a:gd name="dsh" fmla="+- 0 sh mins"/>
              <a:gd name="p0x0" fmla="*/ 60 w 4370"/>
              <a:gd name="p0y0" fmla="*/ 0 h 7845"/>
              <a:gd name="p0x1" fmla="*/ 4310 w 4370"/>
              <a:gd name="p0y1" fmla="*/ 0 h 7845"/>
              <a:gd name="p0x2" fmla="*/ 4344 w 4370"/>
              <a:gd name="p0y2" fmla="*/ 0 h 7845"/>
              <a:gd name="p0x3" fmla="*/ 4370 w 4370"/>
              <a:gd name="p0y3" fmla="*/ 26 h 7845"/>
              <a:gd name="p0x4" fmla="*/ 4370 w 4370"/>
              <a:gd name="p0y4" fmla="*/ 60 h 7845"/>
              <a:gd name="p0x5" fmla="*/ 4370 w 4370"/>
              <a:gd name="p0y5" fmla="*/ 7785 h 7845"/>
              <a:gd name="p0x6" fmla="*/ 4370 w 4370"/>
              <a:gd name="p0y6" fmla="*/ 7818 h 7845"/>
              <a:gd name="p0x7" fmla="*/ 4344 w 4370"/>
              <a:gd name="p0y7" fmla="*/ 7845 h 7845"/>
              <a:gd name="p0x8" fmla="*/ 4310 w 4370"/>
              <a:gd name="p0y8" fmla="*/ 7845 h 7845"/>
              <a:gd name="p0x9" fmla="*/ 60 w 4370"/>
              <a:gd name="p0y9" fmla="*/ 7845 h 7845"/>
              <a:gd name="p0x10" fmla="*/ 26 w 4370"/>
              <a:gd name="p0y10" fmla="*/ 7845 h 7845"/>
              <a:gd name="p0x11" fmla="*/ 0 w 4370"/>
              <a:gd name="p0y11" fmla="*/ 7818 h 7845"/>
              <a:gd name="p0x12" fmla="*/ 0 w 4370"/>
              <a:gd name="p0y12" fmla="*/ 7785 h 7845"/>
              <a:gd name="p0x13" fmla="*/ 0 w 4370"/>
              <a:gd name="p0y13" fmla="*/ 60 h 7845"/>
              <a:gd name="p0x14" fmla="*/ 0 w 4370"/>
              <a:gd name="p0y14" fmla="*/ 26 h 7845"/>
              <a:gd name="p0x15" fmla="*/ 26 w 4370"/>
              <a:gd name="p0y15" fmla="*/ 0 h 7845"/>
              <a:gd name="p0x16" fmla="*/ 60 w 4370"/>
              <a:gd name="p0y16" fmla="*/ 0 h 78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906270" y="28956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7143" b="-7143"/>
          <a:stretch>
            <a:fillRect/>
          </a:stretch>
        </p:blipFill>
        <p:spPr>
          <a:xfrm>
            <a:off x="2001520" y="2990850"/>
            <a:ext cx="304800" cy="3048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40117" y="3521392"/>
            <a:ext cx="18288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4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组件解析器</a:t>
            </a:r>
            <a:endParaRPr sz="24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114130" y="4024313"/>
            <a:ext cx="208084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CIM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插桩数据中解析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525638" y="4367213"/>
            <a:ext cx="125774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ArkUI</a:t>
            </a:r>
            <a:r>
              <a:rPr 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组件树</a:t>
            </a:r>
            <a:endParaRPr lang="zh-CN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4180205" y="1299845"/>
            <a:ext cx="3303270" cy="4981575"/>
          </a:xfrm>
          <a:custGeom>
            <a:avLst/>
            <a:gdLst>
              <a:gd name="sw" fmla="*/ 1 w 5201"/>
              <a:gd name="sh" fmla="*/ 1 h 7845"/>
              <a:gd name="mins" fmla="min sw sh"/>
              <a:gd name="dsw" fmla="+- 0 sw mins"/>
              <a:gd name="dsh" fmla="+- 0 sh mins"/>
              <a:gd name="p0x0" fmla="*/ 60 w 5201"/>
              <a:gd name="p0y0" fmla="*/ 0 h 7845"/>
              <a:gd name="p0x1" fmla="*/ 5141 w 5201"/>
              <a:gd name="p0y1" fmla="*/ 0 h 7845"/>
              <a:gd name="p0x2" fmla="*/ 5175 w 5201"/>
              <a:gd name="p0y2" fmla="*/ 0 h 7845"/>
              <a:gd name="p0x3" fmla="*/ 5201 w 5201"/>
              <a:gd name="p0y3" fmla="*/ 26 h 7845"/>
              <a:gd name="p0x4" fmla="*/ 5201 w 5201"/>
              <a:gd name="p0y4" fmla="*/ 60 h 7845"/>
              <a:gd name="p0x5" fmla="*/ 5201 w 5201"/>
              <a:gd name="p0y5" fmla="*/ 7785 h 7845"/>
              <a:gd name="p0x6" fmla="*/ 5201 w 5201"/>
              <a:gd name="p0y6" fmla="*/ 7818 h 7845"/>
              <a:gd name="p0x7" fmla="*/ 5175 w 5201"/>
              <a:gd name="p0y7" fmla="*/ 7845 h 7845"/>
              <a:gd name="p0x8" fmla="*/ 5141 w 5201"/>
              <a:gd name="p0y8" fmla="*/ 7845 h 7845"/>
              <a:gd name="p0x9" fmla="*/ 60 w 5201"/>
              <a:gd name="p0y9" fmla="*/ 7845 h 7845"/>
              <a:gd name="p0x10" fmla="*/ 26 w 5201"/>
              <a:gd name="p0y10" fmla="*/ 7845 h 7845"/>
              <a:gd name="p0x11" fmla="*/ 0 w 5201"/>
              <a:gd name="p0y11" fmla="*/ 7818 h 7845"/>
              <a:gd name="p0x12" fmla="*/ 0 w 5201"/>
              <a:gd name="p0y12" fmla="*/ 7785 h 7845"/>
              <a:gd name="p0x13" fmla="*/ 0 w 5201"/>
              <a:gd name="p0y13" fmla="*/ 60 h 7845"/>
              <a:gd name="p0x14" fmla="*/ 0 w 5201"/>
              <a:gd name="p0y14" fmla="*/ 26 h 7845"/>
              <a:gd name="p0x15" fmla="*/ 26 w 5201"/>
              <a:gd name="p0y15" fmla="*/ 0 h 7845"/>
              <a:gd name="p0x16" fmla="*/ 60 w 5201"/>
              <a:gd name="p0y16" fmla="*/ 0 h 78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0000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5584190" y="28956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5717540" y="2990850"/>
            <a:ext cx="228600" cy="3048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4612919" y="3521392"/>
            <a:ext cx="24384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优先级计算引擎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4593869" y="4024313"/>
            <a:ext cx="2476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基于组件类型和覆盖率反馈</a:t>
            </a:r>
            <a:endParaRPr sz="1500">
              <a:solidFill>
                <a:srgbClr val="FFFFFF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5355869" y="4367213"/>
            <a:ext cx="95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计算权重</a:t>
            </a:r>
            <a:endParaRPr sz="1500">
              <a:solidFill>
                <a:srgbClr val="FFFFFF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8121650" y="1299845"/>
            <a:ext cx="3303270" cy="4981575"/>
          </a:xfrm>
          <a:custGeom>
            <a:avLst/>
            <a:gdLst>
              <a:gd name="sw" fmla="*/ 1 w 5201"/>
              <a:gd name="sh" fmla="*/ 1 h 7845"/>
              <a:gd name="mins" fmla="min sw sh"/>
              <a:gd name="dsw" fmla="+- 0 sw mins"/>
              <a:gd name="dsh" fmla="+- 0 sh mins"/>
              <a:gd name="p0x0" fmla="*/ 60 w 5201"/>
              <a:gd name="p0y0" fmla="*/ 0 h 7845"/>
              <a:gd name="p0x1" fmla="*/ 5141 w 5201"/>
              <a:gd name="p0y1" fmla="*/ 0 h 7845"/>
              <a:gd name="p0x2" fmla="*/ 5175 w 5201"/>
              <a:gd name="p0y2" fmla="*/ 0 h 7845"/>
              <a:gd name="p0x3" fmla="*/ 5201 w 5201"/>
              <a:gd name="p0y3" fmla="*/ 26 h 7845"/>
              <a:gd name="p0x4" fmla="*/ 5201 w 5201"/>
              <a:gd name="p0y4" fmla="*/ 60 h 7845"/>
              <a:gd name="p0x5" fmla="*/ 5201 w 5201"/>
              <a:gd name="p0y5" fmla="*/ 7785 h 7845"/>
              <a:gd name="p0x6" fmla="*/ 5201 w 5201"/>
              <a:gd name="p0y6" fmla="*/ 7818 h 7845"/>
              <a:gd name="p0x7" fmla="*/ 5175 w 5201"/>
              <a:gd name="p0y7" fmla="*/ 7845 h 7845"/>
              <a:gd name="p0x8" fmla="*/ 5141 w 5201"/>
              <a:gd name="p0y8" fmla="*/ 7845 h 7845"/>
              <a:gd name="p0x9" fmla="*/ 60 w 5201"/>
              <a:gd name="p0y9" fmla="*/ 7845 h 7845"/>
              <a:gd name="p0x10" fmla="*/ 26 w 5201"/>
              <a:gd name="p0y10" fmla="*/ 7845 h 7845"/>
              <a:gd name="p0x11" fmla="*/ 0 w 5201"/>
              <a:gd name="p0y11" fmla="*/ 7818 h 7845"/>
              <a:gd name="p0x12" fmla="*/ 0 w 5201"/>
              <a:gd name="p0y12" fmla="*/ 7785 h 7845"/>
              <a:gd name="p0x13" fmla="*/ 0 w 5201"/>
              <a:gd name="p0y13" fmla="*/ 60 h 7845"/>
              <a:gd name="p0x14" fmla="*/ 0 w 5201"/>
              <a:gd name="p0y14" fmla="*/ 26 h 7845"/>
              <a:gd name="p0x15" fmla="*/ 26 w 5201"/>
              <a:gd name="p0y15" fmla="*/ 0 h 7845"/>
              <a:gd name="p0x16" fmla="*/ 60 w 5201"/>
              <a:gd name="p0y16" fmla="*/ 0 h 78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9525635" y="28956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9620885" y="2990850"/>
            <a:ext cx="304800" cy="3048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8859145" y="3521392"/>
            <a:ext cx="18288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4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事件采样器</a:t>
            </a:r>
            <a:endParaRPr sz="24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8879681" y="4024313"/>
            <a:ext cx="178772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ε-greedy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9106795" y="4367213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进行事件采样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组件解析器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46113" y="3008948"/>
            <a:ext cx="4024608" cy="8353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4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ArkUI</a:t>
            </a:r>
            <a:r>
              <a:rPr lang="zh-CN" sz="4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组件树</a:t>
            </a:r>
            <a:endParaRPr lang="zh-CN" sz="4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41718" y="3910013"/>
            <a:ext cx="303334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CIM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插桩数据中解析组件结构，识别类型、层级与代码映射关系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4616450" y="1109345"/>
            <a:ext cx="2199640" cy="3933825"/>
          </a:xfrm>
          <a:custGeom>
            <a:avLst/>
            <a:gdLst>
              <a:gd name="sw" fmla="*/ 1 w 3463"/>
              <a:gd name="sh" fmla="*/ 1 h 6195"/>
              <a:gd name="mins" fmla="min sw sh"/>
              <a:gd name="dsw" fmla="+- 0 sw mins"/>
              <a:gd name="dsh" fmla="+- 0 sh mins"/>
              <a:gd name="p0x0" fmla="*/ 60 w 3463"/>
              <a:gd name="p0y0" fmla="*/ 0 h 6195"/>
              <a:gd name="p0x1" fmla="*/ 3403 w 3463"/>
              <a:gd name="p0y1" fmla="*/ 0 h 6195"/>
              <a:gd name="p0x2" fmla="*/ 3437 w 3463"/>
              <a:gd name="p0y2" fmla="*/ 0 h 6195"/>
              <a:gd name="p0x3" fmla="*/ 3463 w 3463"/>
              <a:gd name="p0y3" fmla="*/ 26 h 6195"/>
              <a:gd name="p0x4" fmla="*/ 3463 w 3463"/>
              <a:gd name="p0y4" fmla="*/ 60 h 6195"/>
              <a:gd name="p0x5" fmla="*/ 3463 w 3463"/>
              <a:gd name="p0y5" fmla="*/ 6135 h 6195"/>
              <a:gd name="p0x6" fmla="*/ 3463 w 3463"/>
              <a:gd name="p0y6" fmla="*/ 6168 h 6195"/>
              <a:gd name="p0x7" fmla="*/ 3437 w 3463"/>
              <a:gd name="p0y7" fmla="*/ 6195 h 6195"/>
              <a:gd name="p0x8" fmla="*/ 3403 w 3463"/>
              <a:gd name="p0y8" fmla="*/ 6195 h 6195"/>
              <a:gd name="p0x9" fmla="*/ 60 w 3463"/>
              <a:gd name="p0y9" fmla="*/ 6195 h 6195"/>
              <a:gd name="p0x10" fmla="*/ 26 w 3463"/>
              <a:gd name="p0y10" fmla="*/ 6195 h 6195"/>
              <a:gd name="p0x11" fmla="*/ 0 w 3463"/>
              <a:gd name="p0y11" fmla="*/ 6168 h 6195"/>
              <a:gd name="p0x12" fmla="*/ 0 w 3463"/>
              <a:gd name="p0y12" fmla="*/ 6135 h 6195"/>
              <a:gd name="p0x13" fmla="*/ 0 w 3463"/>
              <a:gd name="p0y13" fmla="*/ 60 h 6195"/>
              <a:gd name="p0x14" fmla="*/ 0 w 3463"/>
              <a:gd name="p0y14" fmla="*/ 26 h 6195"/>
              <a:gd name="p0x15" fmla="*/ 26 w 3463"/>
              <a:gd name="p0y15" fmla="*/ 0 h 6195"/>
              <a:gd name="p0x16" fmla="*/ 60 w 3463"/>
              <a:gd name="p0y16" fmla="*/ 0 h 61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4812030" y="25736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4878705" y="2635250"/>
            <a:ext cx="209550" cy="2146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5231159" y="2587019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组件类型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4812059" y="3015644"/>
            <a:ext cx="185171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Button</a:t>
            </a:r>
            <a:r>
              <a:rPr lang="zh-CN" alt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TextInput</a:t>
            </a:r>
            <a:r>
              <a:rPr lang="zh-CN" alt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List</a:t>
            </a:r>
            <a:r>
              <a:rPr lang="zh-CN" alt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Slider</a:t>
            </a:r>
            <a:r>
              <a:rPr lang="zh-CN" alt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Dialog</a:t>
            </a:r>
            <a:r>
              <a:rPr lang="zh-CN" alt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altLang="en-US" sz="135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7016115" y="1109345"/>
            <a:ext cx="2199640" cy="3933825"/>
          </a:xfrm>
          <a:custGeom>
            <a:avLst/>
            <a:gdLst>
              <a:gd name="sw" fmla="*/ 1 w 3463"/>
              <a:gd name="sh" fmla="*/ 1 h 6195"/>
              <a:gd name="mins" fmla="min sw sh"/>
              <a:gd name="dsw" fmla="+- 0 sw mins"/>
              <a:gd name="dsh" fmla="+- 0 sh mins"/>
              <a:gd name="p0x0" fmla="*/ 60 w 3463"/>
              <a:gd name="p0y0" fmla="*/ 0 h 6195"/>
              <a:gd name="p0x1" fmla="*/ 3403 w 3463"/>
              <a:gd name="p0y1" fmla="*/ 0 h 6195"/>
              <a:gd name="p0x2" fmla="*/ 3437 w 3463"/>
              <a:gd name="p0y2" fmla="*/ 0 h 6195"/>
              <a:gd name="p0x3" fmla="*/ 3463 w 3463"/>
              <a:gd name="p0y3" fmla="*/ 26 h 6195"/>
              <a:gd name="p0x4" fmla="*/ 3463 w 3463"/>
              <a:gd name="p0y4" fmla="*/ 60 h 6195"/>
              <a:gd name="p0x5" fmla="*/ 3463 w 3463"/>
              <a:gd name="p0y5" fmla="*/ 6135 h 6195"/>
              <a:gd name="p0x6" fmla="*/ 3463 w 3463"/>
              <a:gd name="p0y6" fmla="*/ 6168 h 6195"/>
              <a:gd name="p0x7" fmla="*/ 3437 w 3463"/>
              <a:gd name="p0y7" fmla="*/ 6195 h 6195"/>
              <a:gd name="p0x8" fmla="*/ 3403 w 3463"/>
              <a:gd name="p0y8" fmla="*/ 6195 h 6195"/>
              <a:gd name="p0x9" fmla="*/ 60 w 3463"/>
              <a:gd name="p0y9" fmla="*/ 6195 h 6195"/>
              <a:gd name="p0x10" fmla="*/ 26 w 3463"/>
              <a:gd name="p0y10" fmla="*/ 6195 h 6195"/>
              <a:gd name="p0x11" fmla="*/ 0 w 3463"/>
              <a:gd name="p0y11" fmla="*/ 6168 h 6195"/>
              <a:gd name="p0x12" fmla="*/ 0 w 3463"/>
              <a:gd name="p0y12" fmla="*/ 6135 h 6195"/>
              <a:gd name="p0x13" fmla="*/ 0 w 3463"/>
              <a:gd name="p0y13" fmla="*/ 60 h 6195"/>
              <a:gd name="p0x14" fmla="*/ 0 w 3463"/>
              <a:gd name="p0y14" fmla="*/ 26 h 6195"/>
              <a:gd name="p0x15" fmla="*/ 26 w 3463"/>
              <a:gd name="p0y15" fmla="*/ 0 h 6195"/>
              <a:gd name="p0x16" fmla="*/ 60 w 3463"/>
              <a:gd name="p0y16" fmla="*/ 0 h 61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211060" y="25736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7277735" y="2635250"/>
            <a:ext cx="209550" cy="2146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7630792" y="2587019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组件层级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7211692" y="3015644"/>
            <a:ext cx="1809084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树中的位置和嵌套关系</a:t>
            </a:r>
            <a:endParaRPr lang="zh-CN" altLang="en-US" sz="135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9415780" y="1109345"/>
            <a:ext cx="2199640" cy="3933825"/>
          </a:xfrm>
          <a:custGeom>
            <a:avLst/>
            <a:gdLst>
              <a:gd name="sw" fmla="*/ 1 w 3463"/>
              <a:gd name="sh" fmla="*/ 1 h 6195"/>
              <a:gd name="mins" fmla="min sw sh"/>
              <a:gd name="dsw" fmla="+- 0 sw mins"/>
              <a:gd name="dsh" fmla="+- 0 sh mins"/>
              <a:gd name="p0x0" fmla="*/ 60 w 3463"/>
              <a:gd name="p0y0" fmla="*/ 0 h 6195"/>
              <a:gd name="p0x1" fmla="*/ 3403 w 3463"/>
              <a:gd name="p0y1" fmla="*/ 0 h 6195"/>
              <a:gd name="p0x2" fmla="*/ 3437 w 3463"/>
              <a:gd name="p0y2" fmla="*/ 0 h 6195"/>
              <a:gd name="p0x3" fmla="*/ 3463 w 3463"/>
              <a:gd name="p0y3" fmla="*/ 26 h 6195"/>
              <a:gd name="p0x4" fmla="*/ 3463 w 3463"/>
              <a:gd name="p0y4" fmla="*/ 60 h 6195"/>
              <a:gd name="p0x5" fmla="*/ 3463 w 3463"/>
              <a:gd name="p0y5" fmla="*/ 6135 h 6195"/>
              <a:gd name="p0x6" fmla="*/ 3463 w 3463"/>
              <a:gd name="p0y6" fmla="*/ 6168 h 6195"/>
              <a:gd name="p0x7" fmla="*/ 3437 w 3463"/>
              <a:gd name="p0y7" fmla="*/ 6195 h 6195"/>
              <a:gd name="p0x8" fmla="*/ 3403 w 3463"/>
              <a:gd name="p0y8" fmla="*/ 6195 h 6195"/>
              <a:gd name="p0x9" fmla="*/ 60 w 3463"/>
              <a:gd name="p0y9" fmla="*/ 6195 h 6195"/>
              <a:gd name="p0x10" fmla="*/ 26 w 3463"/>
              <a:gd name="p0y10" fmla="*/ 6195 h 6195"/>
              <a:gd name="p0x11" fmla="*/ 0 w 3463"/>
              <a:gd name="p0y11" fmla="*/ 6168 h 6195"/>
              <a:gd name="p0x12" fmla="*/ 0 w 3463"/>
              <a:gd name="p0y12" fmla="*/ 6135 h 6195"/>
              <a:gd name="p0x13" fmla="*/ 0 w 3463"/>
              <a:gd name="p0y13" fmla="*/ 60 h 6195"/>
              <a:gd name="p0x14" fmla="*/ 0 w 3463"/>
              <a:gd name="p0y14" fmla="*/ 26 h 6195"/>
              <a:gd name="p0x15" fmla="*/ 26 w 3463"/>
              <a:gd name="p0y15" fmla="*/ 0 h 6195"/>
              <a:gd name="p0x16" fmla="*/ 60 w 3463"/>
              <a:gd name="p0y16" fmla="*/ 0 h 61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9610725" y="25736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083" t="-12593" r="-2083" b="-12593"/>
          <a:stretch>
            <a:fillRect/>
          </a:stretch>
        </p:blipFill>
        <p:spPr>
          <a:xfrm>
            <a:off x="9663430" y="2635250"/>
            <a:ext cx="238125" cy="2146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10030416" y="2587019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代码关联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9611316" y="3015644"/>
            <a:ext cx="1809083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组件标识与代码位置的映射</a:t>
            </a:r>
            <a:endParaRPr sz="135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4616450" y="5243195"/>
            <a:ext cx="6998970" cy="1228725"/>
          </a:xfrm>
          <a:custGeom>
            <a:avLst/>
            <a:gdLst>
              <a:gd name="sw" fmla="*/ 1 w 11021"/>
              <a:gd name="sh" fmla="*/ 1 h 1935"/>
              <a:gd name="mins" fmla="min sw sh"/>
              <a:gd name="dsw" fmla="+- 0 sw mins"/>
              <a:gd name="dsh" fmla="+- 0 sh mins"/>
              <a:gd name="p0x0" fmla="*/ 60 w 11021"/>
              <a:gd name="p0y0" fmla="*/ 0 h 1935"/>
              <a:gd name="p0x1" fmla="*/ 10961 w 11021"/>
              <a:gd name="p0y1" fmla="*/ 0 h 1935"/>
              <a:gd name="p0x2" fmla="*/ 10995 w 11021"/>
              <a:gd name="p0y2" fmla="*/ 0 h 1935"/>
              <a:gd name="p0x3" fmla="*/ 11021 w 11021"/>
              <a:gd name="p0y3" fmla="*/ 26 h 1935"/>
              <a:gd name="p0x4" fmla="*/ 11021 w 11021"/>
              <a:gd name="p0y4" fmla="*/ 60 h 1935"/>
              <a:gd name="p0x5" fmla="*/ 11021 w 11021"/>
              <a:gd name="p0y5" fmla="*/ 1875 h 1935"/>
              <a:gd name="p0x6" fmla="*/ 11021 w 11021"/>
              <a:gd name="p0y6" fmla="*/ 1908 h 1935"/>
              <a:gd name="p0x7" fmla="*/ 10995 w 11021"/>
              <a:gd name="p0y7" fmla="*/ 1935 h 1935"/>
              <a:gd name="p0x8" fmla="*/ 10961 w 11021"/>
              <a:gd name="p0y8" fmla="*/ 1935 h 1935"/>
              <a:gd name="p0x9" fmla="*/ 60 w 11021"/>
              <a:gd name="p0y9" fmla="*/ 1935 h 1935"/>
              <a:gd name="p0x10" fmla="*/ 26 w 11021"/>
              <a:gd name="p0y10" fmla="*/ 1935 h 1935"/>
              <a:gd name="p0x11" fmla="*/ 0 w 11021"/>
              <a:gd name="p0y11" fmla="*/ 1908 h 1935"/>
              <a:gd name="p0x12" fmla="*/ 0 w 11021"/>
              <a:gd name="p0y12" fmla="*/ 1875 h 1935"/>
              <a:gd name="p0x13" fmla="*/ 0 w 11021"/>
              <a:gd name="p0y13" fmla="*/ 60 h 1935"/>
              <a:gd name="p0x14" fmla="*/ 0 w 11021"/>
              <a:gd name="p0y14" fmla="*/ 26 h 1935"/>
              <a:gd name="p0x15" fmla="*/ 26 w 11021"/>
              <a:gd name="p0y15" fmla="*/ 0 h 1935"/>
              <a:gd name="p0x16" fmla="*/ 60 w 11021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4812030" y="54387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897755" y="5519420"/>
            <a:ext cx="247650" cy="2527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5307359" y="546544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技术基础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4812059" y="5957888"/>
            <a:ext cx="660841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ArkUI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框架在运行时维护组件树结构，组件类型可通过框架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优先级计算引擎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571500" y="2096770"/>
          <a:ext cx="11049000" cy="388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350"/>
                <a:gridCol w="1657350"/>
                <a:gridCol w="3867150"/>
                <a:gridCol w="3867150"/>
              </a:tblGrid>
              <a:tr h="42669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值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组件类型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典型示例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</a:tr>
              <a:tr h="864393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最高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3.0</a:t>
                      </a:r>
                      <a:endParaRPr sz="1415" b="1" spc="-14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提交按钮、权限弹窗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登录、支付确认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</a:tr>
              <a:tr h="864393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</a:t>
                      </a:r>
                      <a:endParaRPr sz="1415" b="1" spc="-14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导航、列表项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页面跳转、</a:t>
                      </a:r>
                      <a:r>
                        <a:rPr lang="en-US" altLang="zh-CN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Tab</a:t>
                      </a:r>
                      <a:r>
                        <a:rPr lang="zh-CN" altLang="en-US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切换</a:t>
                      </a:r>
                      <a:endParaRPr lang="zh-CN" altLang="en-US"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4393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sz="1415" b="1" spc="-14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输入、滑动组件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文本框、</a:t>
                      </a:r>
                      <a:r>
                        <a:rPr lang="en-US" altLang="zh-CN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Slider</a:t>
                      </a:r>
                      <a:endParaRPr lang="en-US" altLang="zh-CN"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</a:tr>
              <a:tr h="864468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sz="1415" b="1" spc="-14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辅助功能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返回、帮助按钮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668687" y="6172200"/>
            <a:ext cx="48546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动态调整：每</a:t>
            </a:r>
            <a:r>
              <a:rPr lang="en-US" altLang="zh-CN" sz="135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10-20</a:t>
            </a:r>
            <a:r>
              <a:rPr lang="zh-CN" altLang="en-US" sz="135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个事件后从</a:t>
            </a:r>
            <a:r>
              <a:rPr lang="en-US" altLang="zh-CN" sz="135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350">
                <a:solidFill>
                  <a:srgbClr val="7A7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获取覆盖率，更新权重</a:t>
            </a:r>
            <a:endParaRPr lang="zh-CN" altLang="en-US" sz="1350">
              <a:solidFill>
                <a:srgbClr val="7A7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11039475" cy="868680"/>
          </a:xfrm>
          <a:custGeom>
            <a:avLst/>
            <a:gdLst>
              <a:gd name="sw" fmla="*/ 1 w 17385"/>
              <a:gd name="sh" fmla="*/ 1 h 1367"/>
              <a:gd name="mins" fmla="min sw sh"/>
              <a:gd name="dsw" fmla="+- 0 sw mins"/>
              <a:gd name="dsh" fmla="+- 0 sh mins"/>
              <a:gd name="p0x0" fmla="*/ 60 w 17385"/>
              <a:gd name="p0y0" fmla="*/ 0 h 1367"/>
              <a:gd name="p0x1" fmla="*/ 17325 w 17385"/>
              <a:gd name="p0y1" fmla="*/ 0 h 1367"/>
              <a:gd name="p0x2" fmla="*/ 17358 w 17385"/>
              <a:gd name="p0y2" fmla="*/ 0 h 1367"/>
              <a:gd name="p0x3" fmla="*/ 17385 w 17385"/>
              <a:gd name="p0y3" fmla="*/ 26 h 1367"/>
              <a:gd name="p0x4" fmla="*/ 17385 w 17385"/>
              <a:gd name="p0y4" fmla="*/ 60 h 1367"/>
              <a:gd name="p0x5" fmla="*/ 17385 w 17385"/>
              <a:gd name="p0y5" fmla="*/ 1307 h 1367"/>
              <a:gd name="p0x6" fmla="*/ 17385 w 17385"/>
              <a:gd name="p0y6" fmla="*/ 1341 h 1367"/>
              <a:gd name="p0x7" fmla="*/ 17358 w 17385"/>
              <a:gd name="p0y7" fmla="*/ 1367 h 1367"/>
              <a:gd name="p0x8" fmla="*/ 17325 w 17385"/>
              <a:gd name="p0y8" fmla="*/ 1367 h 1367"/>
              <a:gd name="p0x9" fmla="*/ 60 w 17385"/>
              <a:gd name="p0y9" fmla="*/ 1367 h 1367"/>
              <a:gd name="p0x10" fmla="*/ 26 w 17385"/>
              <a:gd name="p0y10" fmla="*/ 1367 h 1367"/>
              <a:gd name="p0x11" fmla="*/ 0 w 17385"/>
              <a:gd name="p0y11" fmla="*/ 1341 h 1367"/>
              <a:gd name="p0x12" fmla="*/ 0 w 17385"/>
              <a:gd name="p0y12" fmla="*/ 1307 h 1367"/>
              <a:gd name="p0x13" fmla="*/ 0 w 17385"/>
              <a:gd name="p0y13" fmla="*/ 60 h 1367"/>
              <a:gd name="p0x14" fmla="*/ 0 w 17385"/>
              <a:gd name="p0y14" fmla="*/ 26 h 1367"/>
              <a:gd name="p0x15" fmla="*/ 26 w 17385"/>
              <a:gd name="p0y15" fmla="*/ 0 h 1367"/>
              <a:gd name="p0x16" fmla="*/ 60 w 17385"/>
              <a:gd name="p0y16" fmla="*/ 0 h 13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2551290" y="1304925"/>
            <a:ext cx="7089353" cy="4781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700" b="1" spc="54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P(type) = P</a:t>
            </a:r>
            <a:r>
              <a:rPr sz="2490" b="1" spc="54" baseline="-2500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base</a:t>
            </a:r>
            <a:r>
              <a:rPr lang="en-US" sz="2700" b="1" spc="54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(type) </a:t>
            </a:r>
            <a:r>
              <a:rPr lang="zh-CN" altLang="en-US" sz="2700" b="1" spc="54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2700" b="1" spc="54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 + α / (COV + ε))</a:t>
            </a:r>
            <a:endParaRPr lang="en-US" altLang="zh-CN" sz="2700" b="1" spc="54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事件采样器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890905"/>
          </a:xfrm>
          <a:custGeom>
            <a:avLst/>
            <a:gdLst>
              <a:gd name="sw" fmla="*/ 1 w 17385"/>
              <a:gd name="sh" fmla="*/ 1 h 1402"/>
              <a:gd name="mins" fmla="min sw sh"/>
              <a:gd name="dsw" fmla="+- 0 sw mins"/>
              <a:gd name="dsh" fmla="+- 0 sh mins"/>
              <a:gd name="p0x0" fmla="*/ 60 w 17385"/>
              <a:gd name="p0y0" fmla="*/ 0 h 1402"/>
              <a:gd name="p0x1" fmla="*/ 17325 w 17385"/>
              <a:gd name="p0y1" fmla="*/ 0 h 1402"/>
              <a:gd name="p0x2" fmla="*/ 17358 w 17385"/>
              <a:gd name="p0y2" fmla="*/ 0 h 1402"/>
              <a:gd name="p0x3" fmla="*/ 17385 w 17385"/>
              <a:gd name="p0y3" fmla="*/ 26 h 1402"/>
              <a:gd name="p0x4" fmla="*/ 17385 w 17385"/>
              <a:gd name="p0y4" fmla="*/ 60 h 1402"/>
              <a:gd name="p0x5" fmla="*/ 17385 w 17385"/>
              <a:gd name="p0y5" fmla="*/ 1342 h 1402"/>
              <a:gd name="p0x6" fmla="*/ 17385 w 17385"/>
              <a:gd name="p0y6" fmla="*/ 1375 h 1402"/>
              <a:gd name="p0x7" fmla="*/ 17358 w 17385"/>
              <a:gd name="p0y7" fmla="*/ 1402 h 1402"/>
              <a:gd name="p0x8" fmla="*/ 17325 w 17385"/>
              <a:gd name="p0y8" fmla="*/ 1402 h 1402"/>
              <a:gd name="p0x9" fmla="*/ 60 w 17385"/>
              <a:gd name="p0y9" fmla="*/ 1402 h 1402"/>
              <a:gd name="p0x10" fmla="*/ 26 w 17385"/>
              <a:gd name="p0y10" fmla="*/ 1402 h 1402"/>
              <a:gd name="p0x11" fmla="*/ 0 w 17385"/>
              <a:gd name="p0y11" fmla="*/ 1375 h 1402"/>
              <a:gd name="p0x12" fmla="*/ 0 w 17385"/>
              <a:gd name="p0y12" fmla="*/ 1342 h 1402"/>
              <a:gd name="p0x13" fmla="*/ 0 w 17385"/>
              <a:gd name="p0y13" fmla="*/ 60 h 1402"/>
              <a:gd name="p0x14" fmla="*/ 0 w 17385"/>
              <a:gd name="p0y14" fmla="*/ 26 h 1402"/>
              <a:gd name="p0x15" fmla="*/ 26 w 17385"/>
              <a:gd name="p0y15" fmla="*/ 0 h 1402"/>
              <a:gd name="p0x16" fmla="*/ 60 w 17385"/>
              <a:gd name="p0y16" fmla="*/ 0 h 140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0000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817869" y="1304925"/>
            <a:ext cx="2937196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ε-greedy </a:t>
            </a:r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200275"/>
            <a:ext cx="3546475" cy="3528695"/>
          </a:xfrm>
          <a:custGeom>
            <a:avLst/>
            <a:gdLst>
              <a:gd name="sw" fmla="*/ 1 w 5585"/>
              <a:gd name="sh" fmla="*/ 1 h 5557"/>
              <a:gd name="mins" fmla="min sw sh"/>
              <a:gd name="dsw" fmla="+- 0 sw mins"/>
              <a:gd name="dsh" fmla="+- 0 sh mins"/>
              <a:gd name="p0x0" fmla="*/ 60 w 5585"/>
              <a:gd name="p0y0" fmla="*/ 0 h 5557"/>
              <a:gd name="p0x1" fmla="*/ 5525 w 5585"/>
              <a:gd name="p0y1" fmla="*/ 0 h 5557"/>
              <a:gd name="p0x2" fmla="*/ 5558 w 5585"/>
              <a:gd name="p0y2" fmla="*/ 0 h 5557"/>
              <a:gd name="p0x3" fmla="*/ 5585 w 5585"/>
              <a:gd name="p0y3" fmla="*/ 26 h 5557"/>
              <a:gd name="p0x4" fmla="*/ 5585 w 5585"/>
              <a:gd name="p0y4" fmla="*/ 60 h 5557"/>
              <a:gd name="p0x5" fmla="*/ 5585 w 5585"/>
              <a:gd name="p0y5" fmla="*/ 5497 h 5557"/>
              <a:gd name="p0x6" fmla="*/ 5585 w 5585"/>
              <a:gd name="p0y6" fmla="*/ 5530 h 5557"/>
              <a:gd name="p0x7" fmla="*/ 5558 w 5585"/>
              <a:gd name="p0y7" fmla="*/ 5557 h 5557"/>
              <a:gd name="p0x8" fmla="*/ 5525 w 5585"/>
              <a:gd name="p0y8" fmla="*/ 5557 h 5557"/>
              <a:gd name="p0x9" fmla="*/ 60 w 5585"/>
              <a:gd name="p0y9" fmla="*/ 5557 h 5557"/>
              <a:gd name="p0x10" fmla="*/ 26 w 5585"/>
              <a:gd name="p0y10" fmla="*/ 5557 h 5557"/>
              <a:gd name="p0x11" fmla="*/ 0 w 5585"/>
              <a:gd name="p0y11" fmla="*/ 5530 h 5557"/>
              <a:gd name="p0x12" fmla="*/ 0 w 5585"/>
              <a:gd name="p0y12" fmla="*/ 5497 h 5557"/>
              <a:gd name="p0x13" fmla="*/ 0 w 5585"/>
              <a:gd name="p0y13" fmla="*/ 60 h 5557"/>
              <a:gd name="p0x14" fmla="*/ 0 w 5585"/>
              <a:gd name="p0y14" fmla="*/ 26 h 5557"/>
              <a:gd name="p0x15" fmla="*/ 26 w 5585"/>
              <a:gd name="p0y15" fmla="*/ 0 h 5557"/>
              <a:gd name="p0x16" fmla="*/ 60 w 5585"/>
              <a:gd name="p0y16" fmla="*/ 0 h 55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71525" y="30232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00" t="-10152" r="-2000" b="-10152"/>
          <a:stretch>
            <a:fillRect/>
          </a:stretch>
        </p:blipFill>
        <p:spPr>
          <a:xfrm>
            <a:off x="857250" y="3104515"/>
            <a:ext cx="247650" cy="25209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304925" y="305041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探索机制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371856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904875" y="3579047"/>
            <a:ext cx="3146898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以概率</a:t>
            </a:r>
            <a:r>
              <a:rPr lang="en-US" sz="1575" b="1" spc="-15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ε</a:t>
            </a:r>
            <a:r>
              <a:rPr lang="zh-CN" altLang="en-US" sz="1575" b="1" spc="-15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75" b="1" spc="-15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0.1~0.2</a:t>
            </a:r>
            <a:r>
              <a:rPr lang="zh-CN" altLang="en-US" sz="1575" b="1" spc="-15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随机选择组件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71525" y="41148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04875" y="3977135"/>
            <a:ext cx="30226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主动探索未知区域，发现潜在高价值路径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4322445" y="2200275"/>
            <a:ext cx="3546475" cy="3528695"/>
          </a:xfrm>
          <a:custGeom>
            <a:avLst/>
            <a:gdLst>
              <a:gd name="sw" fmla="*/ 1 w 5585"/>
              <a:gd name="sh" fmla="*/ 1 h 5557"/>
              <a:gd name="mins" fmla="min sw sh"/>
              <a:gd name="dsw" fmla="+- 0 sw mins"/>
              <a:gd name="dsh" fmla="+- 0 sh mins"/>
              <a:gd name="p0x0" fmla="*/ 60 w 5585"/>
              <a:gd name="p0y0" fmla="*/ 0 h 5557"/>
              <a:gd name="p0x1" fmla="*/ 5525 w 5585"/>
              <a:gd name="p0y1" fmla="*/ 0 h 5557"/>
              <a:gd name="p0x2" fmla="*/ 5558 w 5585"/>
              <a:gd name="p0y2" fmla="*/ 0 h 5557"/>
              <a:gd name="p0x3" fmla="*/ 5585 w 5585"/>
              <a:gd name="p0y3" fmla="*/ 26 h 5557"/>
              <a:gd name="p0x4" fmla="*/ 5585 w 5585"/>
              <a:gd name="p0y4" fmla="*/ 60 h 5557"/>
              <a:gd name="p0x5" fmla="*/ 5585 w 5585"/>
              <a:gd name="p0y5" fmla="*/ 5497 h 5557"/>
              <a:gd name="p0x6" fmla="*/ 5585 w 5585"/>
              <a:gd name="p0y6" fmla="*/ 5530 h 5557"/>
              <a:gd name="p0x7" fmla="*/ 5558 w 5585"/>
              <a:gd name="p0y7" fmla="*/ 5557 h 5557"/>
              <a:gd name="p0x8" fmla="*/ 5525 w 5585"/>
              <a:gd name="p0y8" fmla="*/ 5557 h 5557"/>
              <a:gd name="p0x9" fmla="*/ 60 w 5585"/>
              <a:gd name="p0y9" fmla="*/ 5557 h 5557"/>
              <a:gd name="p0x10" fmla="*/ 26 w 5585"/>
              <a:gd name="p0y10" fmla="*/ 5557 h 5557"/>
              <a:gd name="p0x11" fmla="*/ 0 w 5585"/>
              <a:gd name="p0y11" fmla="*/ 5530 h 5557"/>
              <a:gd name="p0x12" fmla="*/ 0 w 5585"/>
              <a:gd name="p0y12" fmla="*/ 5497 h 5557"/>
              <a:gd name="p0x13" fmla="*/ 0 w 5585"/>
              <a:gd name="p0y13" fmla="*/ 60 h 5557"/>
              <a:gd name="p0x14" fmla="*/ 0 w 5585"/>
              <a:gd name="p0y14" fmla="*/ 26 h 5557"/>
              <a:gd name="p0x15" fmla="*/ 26 w 5585"/>
              <a:gd name="p0y15" fmla="*/ 0 h 5557"/>
              <a:gd name="p0x16" fmla="*/ 60 w 5585"/>
              <a:gd name="p0y16" fmla="*/ 0 h 55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4518025" y="31756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4603750" y="3256915"/>
            <a:ext cx="247650" cy="2520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5051451" y="320281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利用机制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4518025" y="387096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4651401" y="3731447"/>
            <a:ext cx="2689174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以概率</a:t>
            </a:r>
            <a:r>
              <a:rPr sz="1575" b="1" spc="-15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1-ε</a:t>
            </a:r>
            <a:r>
              <a:rPr 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按权重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 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采样组件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4518025" y="42672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4651401" y="4129535"/>
            <a:ext cx="30226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优先选择历史表现优异的高权重组件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4"/>
            </p:custDataLst>
          </p:nvPr>
        </p:nvSpPr>
        <p:spPr>
          <a:xfrm>
            <a:off x="8068945" y="2200275"/>
            <a:ext cx="3546475" cy="3528695"/>
          </a:xfrm>
          <a:custGeom>
            <a:avLst/>
            <a:gdLst>
              <a:gd name="sw" fmla="*/ 1 w 5585"/>
              <a:gd name="sh" fmla="*/ 1 h 5557"/>
              <a:gd name="mins" fmla="min sw sh"/>
              <a:gd name="dsw" fmla="+- 0 sw mins"/>
              <a:gd name="dsh" fmla="+- 0 sh mins"/>
              <a:gd name="p0x0" fmla="*/ 60 w 5585"/>
              <a:gd name="p0y0" fmla="*/ 0 h 5557"/>
              <a:gd name="p0x1" fmla="*/ 5525 w 5585"/>
              <a:gd name="p0y1" fmla="*/ 0 h 5557"/>
              <a:gd name="p0x2" fmla="*/ 5558 w 5585"/>
              <a:gd name="p0y2" fmla="*/ 0 h 5557"/>
              <a:gd name="p0x3" fmla="*/ 5585 w 5585"/>
              <a:gd name="p0y3" fmla="*/ 26 h 5557"/>
              <a:gd name="p0x4" fmla="*/ 5585 w 5585"/>
              <a:gd name="p0y4" fmla="*/ 60 h 5557"/>
              <a:gd name="p0x5" fmla="*/ 5585 w 5585"/>
              <a:gd name="p0y5" fmla="*/ 5497 h 5557"/>
              <a:gd name="p0x6" fmla="*/ 5585 w 5585"/>
              <a:gd name="p0y6" fmla="*/ 5530 h 5557"/>
              <a:gd name="p0x7" fmla="*/ 5558 w 5585"/>
              <a:gd name="p0y7" fmla="*/ 5557 h 5557"/>
              <a:gd name="p0x8" fmla="*/ 5525 w 5585"/>
              <a:gd name="p0y8" fmla="*/ 5557 h 5557"/>
              <a:gd name="p0x9" fmla="*/ 60 w 5585"/>
              <a:gd name="p0y9" fmla="*/ 5557 h 5557"/>
              <a:gd name="p0x10" fmla="*/ 26 w 5585"/>
              <a:gd name="p0y10" fmla="*/ 5557 h 5557"/>
              <a:gd name="p0x11" fmla="*/ 0 w 5585"/>
              <a:gd name="p0y11" fmla="*/ 5530 h 5557"/>
              <a:gd name="p0x12" fmla="*/ 0 w 5585"/>
              <a:gd name="p0y12" fmla="*/ 5497 h 5557"/>
              <a:gd name="p0x13" fmla="*/ 0 w 5585"/>
              <a:gd name="p0y13" fmla="*/ 60 h 5557"/>
              <a:gd name="p0x14" fmla="*/ 0 w 5585"/>
              <a:gd name="p0y14" fmla="*/ 26 h 5557"/>
              <a:gd name="p0x15" fmla="*/ 26 w 5585"/>
              <a:gd name="p0y15" fmla="*/ 0 h 5557"/>
              <a:gd name="p0x16" fmla="*/ 60 w 5585"/>
              <a:gd name="p0y16" fmla="*/ 0 h 55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8264525" y="29927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350250" y="3074035"/>
            <a:ext cx="247650" cy="2520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8797976" y="3019901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核心优势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0"/>
            </p:custDataLst>
          </p:nvPr>
        </p:nvSpPr>
        <p:spPr>
          <a:xfrm>
            <a:off x="8264525" y="36880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8397926" y="3550444"/>
            <a:ext cx="30226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 b="1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避免陷入局部最优</a:t>
            </a: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，平衡探索与利用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8264525" y="43738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3"/>
            </p:custDataLst>
          </p:nvPr>
        </p:nvSpPr>
        <p:spPr>
          <a:xfrm>
            <a:off x="8397926" y="4236244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保证探索多样性</a:t>
            </a: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，持续发现新机会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4"/>
            </p:custDataLst>
          </p:nvPr>
        </p:nvSpPr>
        <p:spPr>
          <a:xfrm>
            <a:off x="8264525" y="47548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5"/>
            </p:custDataLst>
          </p:nvPr>
        </p:nvSpPr>
        <p:spPr>
          <a:xfrm>
            <a:off x="8397926" y="4617244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大部分事件集中在高价值区域</a:t>
            </a:r>
            <a:endParaRPr sz="1500" b="1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6"/>
            </p:custDataLst>
          </p:nvPr>
        </p:nvSpPr>
        <p:spPr>
          <a:xfrm>
            <a:off x="575945" y="5928995"/>
            <a:ext cx="11039475" cy="542925"/>
          </a:xfrm>
          <a:custGeom>
            <a:avLst/>
            <a:gdLst>
              <a:gd name="sw" fmla="*/ 1 w 17385"/>
              <a:gd name="sh" fmla="*/ 1 h 855"/>
              <a:gd name="mins" fmla="min sw sh"/>
              <a:gd name="dsw" fmla="+- 0 sw mins"/>
              <a:gd name="dsh" fmla="+- 0 sh mins"/>
              <a:gd name="p0x0" fmla="*/ 60 w 17385"/>
              <a:gd name="p0y0" fmla="*/ 0 h 855"/>
              <a:gd name="p0x1" fmla="*/ 17325 w 17385"/>
              <a:gd name="p0y1" fmla="*/ 0 h 855"/>
              <a:gd name="p0x2" fmla="*/ 17358 w 17385"/>
              <a:gd name="p0y2" fmla="*/ 0 h 855"/>
              <a:gd name="p0x3" fmla="*/ 17385 w 17385"/>
              <a:gd name="p0y3" fmla="*/ 26 h 855"/>
              <a:gd name="p0x4" fmla="*/ 17385 w 17385"/>
              <a:gd name="p0y4" fmla="*/ 60 h 855"/>
              <a:gd name="p0x5" fmla="*/ 17385 w 17385"/>
              <a:gd name="p0y5" fmla="*/ 795 h 855"/>
              <a:gd name="p0x6" fmla="*/ 17385 w 17385"/>
              <a:gd name="p0y6" fmla="*/ 828 h 855"/>
              <a:gd name="p0x7" fmla="*/ 17358 w 17385"/>
              <a:gd name="p0y7" fmla="*/ 855 h 855"/>
              <a:gd name="p0x8" fmla="*/ 17325 w 17385"/>
              <a:gd name="p0y8" fmla="*/ 855 h 855"/>
              <a:gd name="p0x9" fmla="*/ 60 w 17385"/>
              <a:gd name="p0y9" fmla="*/ 855 h 855"/>
              <a:gd name="p0x10" fmla="*/ 26 w 17385"/>
              <a:gd name="p0y10" fmla="*/ 855 h 855"/>
              <a:gd name="p0x11" fmla="*/ 0 w 17385"/>
              <a:gd name="p0y11" fmla="*/ 828 h 855"/>
              <a:gd name="p0x12" fmla="*/ 0 w 17385"/>
              <a:gd name="p0y12" fmla="*/ 795 h 855"/>
              <a:gd name="p0x13" fmla="*/ 0 w 17385"/>
              <a:gd name="p0y13" fmla="*/ 60 h 855"/>
              <a:gd name="p0x14" fmla="*/ 0 w 17385"/>
              <a:gd name="p0y14" fmla="*/ 26 h 855"/>
              <a:gd name="p0x15" fmla="*/ 26 w 17385"/>
              <a:gd name="p0y15" fmla="*/ 0 h 855"/>
              <a:gd name="p0x16" fmla="*/ 60 w 17385"/>
              <a:gd name="p0y16" fmla="*/ 0 h 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7"/>
            </p:custDataLst>
          </p:nvPr>
        </p:nvSpPr>
        <p:spPr>
          <a:xfrm>
            <a:off x="3197225" y="60674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>
          <a:xfrm>
            <a:off x="3235325" y="6105525"/>
            <a:ext cx="190500" cy="19050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41"/>
            </p:custDataLst>
          </p:nvPr>
        </p:nvSpPr>
        <p:spPr>
          <a:xfrm>
            <a:off x="3578571" y="6034088"/>
            <a:ext cx="579678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策略回退：</a:t>
            </a:r>
            <a:r>
              <a:rPr 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保留原始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DFS / BFS / 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随机策略接口，支持对比实验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反馈闭环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3067050" y="3588544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5943600" y="3588544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4"/>
            </p:custDataLst>
          </p:nvPr>
        </p:nvSpPr>
        <p:spPr>
          <a:xfrm>
            <a:off x="8820150" y="3588544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2409825" cy="5362575"/>
          </a:xfrm>
          <a:custGeom>
            <a:avLst/>
            <a:gdLst>
              <a:gd name="sw" fmla="*/ 1 w 3795"/>
              <a:gd name="sh" fmla="*/ 1 h 8445"/>
              <a:gd name="mins" fmla="min sw sh"/>
              <a:gd name="dsw" fmla="+- 0 sw mins"/>
              <a:gd name="dsh" fmla="+- 0 sh mins"/>
              <a:gd name="p0x0" fmla="*/ 60 w 3795"/>
              <a:gd name="p0y0" fmla="*/ 0 h 8445"/>
              <a:gd name="p0x1" fmla="*/ 3735 w 3795"/>
              <a:gd name="p0y1" fmla="*/ 0 h 8445"/>
              <a:gd name="p0x2" fmla="*/ 3768 w 3795"/>
              <a:gd name="p0y2" fmla="*/ 0 h 8445"/>
              <a:gd name="p0x3" fmla="*/ 3795 w 3795"/>
              <a:gd name="p0y3" fmla="*/ 26 h 8445"/>
              <a:gd name="p0x4" fmla="*/ 3795 w 3795"/>
              <a:gd name="p0y4" fmla="*/ 60 h 8445"/>
              <a:gd name="p0x5" fmla="*/ 3795 w 3795"/>
              <a:gd name="p0y5" fmla="*/ 8385 h 8445"/>
              <a:gd name="p0x6" fmla="*/ 3795 w 3795"/>
              <a:gd name="p0y6" fmla="*/ 8418 h 8445"/>
              <a:gd name="p0x7" fmla="*/ 3768 w 3795"/>
              <a:gd name="p0y7" fmla="*/ 8445 h 8445"/>
              <a:gd name="p0x8" fmla="*/ 3735 w 3795"/>
              <a:gd name="p0y8" fmla="*/ 8445 h 8445"/>
              <a:gd name="p0x9" fmla="*/ 60 w 3795"/>
              <a:gd name="p0y9" fmla="*/ 8445 h 8445"/>
              <a:gd name="p0x10" fmla="*/ 26 w 3795"/>
              <a:gd name="p0y10" fmla="*/ 8445 h 8445"/>
              <a:gd name="p0x11" fmla="*/ 0 w 3795"/>
              <a:gd name="p0y11" fmla="*/ 8418 h 8445"/>
              <a:gd name="p0x12" fmla="*/ 0 w 3795"/>
              <a:gd name="p0y12" fmla="*/ 8385 h 8445"/>
              <a:gd name="p0x13" fmla="*/ 0 w 3795"/>
              <a:gd name="p0y13" fmla="*/ 60 h 8445"/>
              <a:gd name="p0x14" fmla="*/ 0 w 3795"/>
              <a:gd name="p0y14" fmla="*/ 26 h 8445"/>
              <a:gd name="p0x15" fmla="*/ 26 w 3795"/>
              <a:gd name="p0y15" fmla="*/ 0 h 8445"/>
              <a:gd name="p0x16" fmla="*/ 60 w 379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15716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580036" y="1377315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934345" y="1861185"/>
            <a:ext cx="169351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执行事件</a:t>
            </a:r>
            <a:endParaRPr lang="zh-CN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851030" y="2188083"/>
            <a:ext cx="1860223" cy="3101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每执行</a:t>
            </a:r>
            <a:r>
              <a:rPr sz="1415" b="1" spc="-14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个事件后触发</a:t>
            </a:r>
            <a:endParaRPr sz="135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1054151" y="6021762"/>
            <a:ext cx="145390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20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N=10~20</a:t>
            </a:r>
            <a:r>
              <a:rPr lang="zh-CN" sz="120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，可配置</a:t>
            </a:r>
            <a:endParaRPr lang="zh-CN" sz="12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3452495" y="1109345"/>
            <a:ext cx="2409825" cy="5362575"/>
          </a:xfrm>
          <a:custGeom>
            <a:avLst/>
            <a:gdLst>
              <a:gd name="sw" fmla="*/ 1 w 3795"/>
              <a:gd name="sh" fmla="*/ 1 h 8445"/>
              <a:gd name="mins" fmla="min sw sh"/>
              <a:gd name="dsw" fmla="+- 0 sw mins"/>
              <a:gd name="dsh" fmla="+- 0 sh mins"/>
              <a:gd name="p0x0" fmla="*/ 60 w 3795"/>
              <a:gd name="p0y0" fmla="*/ 0 h 8445"/>
              <a:gd name="p0x1" fmla="*/ 3735 w 3795"/>
              <a:gd name="p0y1" fmla="*/ 0 h 8445"/>
              <a:gd name="p0x2" fmla="*/ 3768 w 3795"/>
              <a:gd name="p0y2" fmla="*/ 0 h 8445"/>
              <a:gd name="p0x3" fmla="*/ 3795 w 3795"/>
              <a:gd name="p0y3" fmla="*/ 26 h 8445"/>
              <a:gd name="p0x4" fmla="*/ 3795 w 3795"/>
              <a:gd name="p0y4" fmla="*/ 60 h 8445"/>
              <a:gd name="p0x5" fmla="*/ 3795 w 3795"/>
              <a:gd name="p0y5" fmla="*/ 8385 h 8445"/>
              <a:gd name="p0x6" fmla="*/ 3795 w 3795"/>
              <a:gd name="p0y6" fmla="*/ 8418 h 8445"/>
              <a:gd name="p0x7" fmla="*/ 3768 w 3795"/>
              <a:gd name="p0y7" fmla="*/ 8445 h 8445"/>
              <a:gd name="p0x8" fmla="*/ 3735 w 3795"/>
              <a:gd name="p0y8" fmla="*/ 8445 h 8445"/>
              <a:gd name="p0x9" fmla="*/ 60 w 3795"/>
              <a:gd name="p0y9" fmla="*/ 8445 h 8445"/>
              <a:gd name="p0x10" fmla="*/ 26 w 3795"/>
              <a:gd name="p0y10" fmla="*/ 8445 h 8445"/>
              <a:gd name="p0x11" fmla="*/ 0 w 3795"/>
              <a:gd name="p0y11" fmla="*/ 8418 h 8445"/>
              <a:gd name="p0x12" fmla="*/ 0 w 3795"/>
              <a:gd name="p0y12" fmla="*/ 8385 h 8445"/>
              <a:gd name="p0x13" fmla="*/ 0 w 3795"/>
              <a:gd name="p0y13" fmla="*/ 60 h 8445"/>
              <a:gd name="p0x14" fmla="*/ 0 w 3795"/>
              <a:gd name="p0y14" fmla="*/ 26 h 8445"/>
              <a:gd name="p0x15" fmla="*/ 26 w 3795"/>
              <a:gd name="p0y15" fmla="*/ 0 h 8445"/>
              <a:gd name="p0x16" fmla="*/ 60 w 379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444817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4456586" y="1377315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3743249" y="1861185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查询覆盖率摘要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3565770" y="2185035"/>
            <a:ext cx="218382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</a:t>
            </a:r>
            <a:r>
              <a:rPr lang="en-US" altLang="zh-CN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alt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发起查询请求</a:t>
            </a:r>
            <a:endParaRPr lang="zh-CN" altLang="en-US" sz="135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3743249" y="6021762"/>
            <a:ext cx="18288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获取各组件关联代码状态</a:t>
            </a:r>
            <a:endParaRPr sz="12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7"/>
            </p:custDataLst>
          </p:nvPr>
        </p:nvSpPr>
        <p:spPr>
          <a:xfrm>
            <a:off x="6329045" y="1109345"/>
            <a:ext cx="2409825" cy="5362575"/>
          </a:xfrm>
          <a:custGeom>
            <a:avLst/>
            <a:gdLst>
              <a:gd name="sw" fmla="*/ 1 w 3795"/>
              <a:gd name="sh" fmla="*/ 1 h 8445"/>
              <a:gd name="mins" fmla="min sw sh"/>
              <a:gd name="dsw" fmla="+- 0 sw mins"/>
              <a:gd name="dsh" fmla="+- 0 sh mins"/>
              <a:gd name="p0x0" fmla="*/ 60 w 3795"/>
              <a:gd name="p0y0" fmla="*/ 0 h 8445"/>
              <a:gd name="p0x1" fmla="*/ 3735 w 3795"/>
              <a:gd name="p0y1" fmla="*/ 0 h 8445"/>
              <a:gd name="p0x2" fmla="*/ 3768 w 3795"/>
              <a:gd name="p0y2" fmla="*/ 0 h 8445"/>
              <a:gd name="p0x3" fmla="*/ 3795 w 3795"/>
              <a:gd name="p0y3" fmla="*/ 26 h 8445"/>
              <a:gd name="p0x4" fmla="*/ 3795 w 3795"/>
              <a:gd name="p0y4" fmla="*/ 60 h 8445"/>
              <a:gd name="p0x5" fmla="*/ 3795 w 3795"/>
              <a:gd name="p0y5" fmla="*/ 8385 h 8445"/>
              <a:gd name="p0x6" fmla="*/ 3795 w 3795"/>
              <a:gd name="p0y6" fmla="*/ 8418 h 8445"/>
              <a:gd name="p0x7" fmla="*/ 3768 w 3795"/>
              <a:gd name="p0y7" fmla="*/ 8445 h 8445"/>
              <a:gd name="p0x8" fmla="*/ 3735 w 3795"/>
              <a:gd name="p0y8" fmla="*/ 8445 h 8445"/>
              <a:gd name="p0x9" fmla="*/ 60 w 3795"/>
              <a:gd name="p0y9" fmla="*/ 8445 h 8445"/>
              <a:gd name="p0x10" fmla="*/ 26 w 3795"/>
              <a:gd name="p0y10" fmla="*/ 8445 h 8445"/>
              <a:gd name="p0x11" fmla="*/ 0 w 3795"/>
              <a:gd name="p0y11" fmla="*/ 8418 h 8445"/>
              <a:gd name="p0x12" fmla="*/ 0 w 3795"/>
              <a:gd name="p0y12" fmla="*/ 8385 h 8445"/>
              <a:gd name="p0x13" fmla="*/ 0 w 3795"/>
              <a:gd name="p0y13" fmla="*/ 60 h 8445"/>
              <a:gd name="p0x14" fmla="*/ 0 w 3795"/>
              <a:gd name="p0y14" fmla="*/ 26 h 8445"/>
              <a:gd name="p0x15" fmla="*/ 26 w 3795"/>
              <a:gd name="p0y15" fmla="*/ 0 h 8445"/>
              <a:gd name="p0x16" fmla="*/ 60 w 379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0000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73247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7333135" y="1377315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195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950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6467923" y="1861185"/>
            <a:ext cx="2132628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DPM</a:t>
            </a:r>
            <a:r>
              <a:rPr 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返回覆盖状态</a:t>
            </a:r>
            <a:endParaRPr lang="zh-CN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1"/>
            </p:custDataLst>
          </p:nvPr>
        </p:nvSpPr>
        <p:spPr>
          <a:xfrm>
            <a:off x="6904990" y="2276475"/>
            <a:ext cx="609600" cy="276225"/>
          </a:xfrm>
          <a:custGeom>
            <a:avLst/>
            <a:gdLst>
              <a:gd name="sw" fmla="*/ 1 w 960"/>
              <a:gd name="sh" fmla="*/ 1 h 435"/>
              <a:gd name="mins" fmla="min sw sh"/>
              <a:gd name="dsw" fmla="+- 0 sw mins"/>
              <a:gd name="dsh" fmla="+- 0 sh mins"/>
              <a:gd name="p0x0" fmla="*/ 30 w 960"/>
              <a:gd name="p0y0" fmla="*/ 0 h 435"/>
              <a:gd name="p0x1" fmla="*/ 930 w 960"/>
              <a:gd name="p0y1" fmla="*/ 0 h 435"/>
              <a:gd name="p0x2" fmla="*/ 946 w 960"/>
              <a:gd name="p0y2" fmla="*/ 0 h 435"/>
              <a:gd name="p0x3" fmla="*/ 960 w 960"/>
              <a:gd name="p0y3" fmla="*/ 13 h 435"/>
              <a:gd name="p0x4" fmla="*/ 960 w 960"/>
              <a:gd name="p0y4" fmla="*/ 30 h 435"/>
              <a:gd name="p0x5" fmla="*/ 960 w 960"/>
              <a:gd name="p0y5" fmla="*/ 405 h 435"/>
              <a:gd name="p0x6" fmla="*/ 960 w 960"/>
              <a:gd name="p0y6" fmla="*/ 421 h 435"/>
              <a:gd name="p0x7" fmla="*/ 946 w 960"/>
              <a:gd name="p0y7" fmla="*/ 435 h 435"/>
              <a:gd name="p0x8" fmla="*/ 930 w 960"/>
              <a:gd name="p0y8" fmla="*/ 435 h 435"/>
              <a:gd name="p0x9" fmla="*/ 30 w 960"/>
              <a:gd name="p0y9" fmla="*/ 435 h 435"/>
              <a:gd name="p0x10" fmla="*/ 13 w 960"/>
              <a:gd name="p0y10" fmla="*/ 435 h 435"/>
              <a:gd name="p0x11" fmla="*/ 0 w 960"/>
              <a:gd name="p0y11" fmla="*/ 421 h 435"/>
              <a:gd name="p0x12" fmla="*/ 0 w 960"/>
              <a:gd name="p0y12" fmla="*/ 405 h 435"/>
              <a:gd name="p0x13" fmla="*/ 0 w 960"/>
              <a:gd name="p0y13" fmla="*/ 30 h 435"/>
              <a:gd name="p0x14" fmla="*/ 0 w 960"/>
              <a:gd name="p0y14" fmla="*/ 13 h 435"/>
              <a:gd name="p0x15" fmla="*/ 13 w 960"/>
              <a:gd name="p0y15" fmla="*/ 0 h 435"/>
              <a:gd name="p0x16" fmla="*/ 30 w 96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2EE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6905549" y="2314575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17342A"/>
                </a:solidFill>
                <a:latin typeface="微软雅黑" panose="020B0503020204020204" charset="-122"/>
                <a:ea typeface="微软雅黑" panose="020B0503020204020204" charset="-122"/>
              </a:rPr>
              <a:t>已覆盖</a:t>
            </a:r>
            <a:endParaRPr sz="1200">
              <a:solidFill>
                <a:srgbClr val="1734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3"/>
            </p:custDataLst>
          </p:nvPr>
        </p:nvSpPr>
        <p:spPr>
          <a:xfrm>
            <a:off x="7553325" y="2276475"/>
            <a:ext cx="609600" cy="276225"/>
          </a:xfrm>
          <a:custGeom>
            <a:avLst/>
            <a:gdLst>
              <a:gd name="sw" fmla="*/ 1 w 960"/>
              <a:gd name="sh" fmla="*/ 1 h 435"/>
              <a:gd name="mins" fmla="min sw sh"/>
              <a:gd name="dsw" fmla="+- 0 sw mins"/>
              <a:gd name="dsh" fmla="+- 0 sh mins"/>
              <a:gd name="p0x0" fmla="*/ 30 w 960"/>
              <a:gd name="p0y0" fmla="*/ 0 h 435"/>
              <a:gd name="p0x1" fmla="*/ 930 w 960"/>
              <a:gd name="p0y1" fmla="*/ 0 h 435"/>
              <a:gd name="p0x2" fmla="*/ 946 w 960"/>
              <a:gd name="p0y2" fmla="*/ 0 h 435"/>
              <a:gd name="p0x3" fmla="*/ 960 w 960"/>
              <a:gd name="p0y3" fmla="*/ 13 h 435"/>
              <a:gd name="p0x4" fmla="*/ 960 w 960"/>
              <a:gd name="p0y4" fmla="*/ 30 h 435"/>
              <a:gd name="p0x5" fmla="*/ 960 w 960"/>
              <a:gd name="p0y5" fmla="*/ 405 h 435"/>
              <a:gd name="p0x6" fmla="*/ 960 w 960"/>
              <a:gd name="p0y6" fmla="*/ 421 h 435"/>
              <a:gd name="p0x7" fmla="*/ 946 w 960"/>
              <a:gd name="p0y7" fmla="*/ 435 h 435"/>
              <a:gd name="p0x8" fmla="*/ 930 w 960"/>
              <a:gd name="p0y8" fmla="*/ 435 h 435"/>
              <a:gd name="p0x9" fmla="*/ 30 w 960"/>
              <a:gd name="p0y9" fmla="*/ 435 h 435"/>
              <a:gd name="p0x10" fmla="*/ 13 w 960"/>
              <a:gd name="p0y10" fmla="*/ 435 h 435"/>
              <a:gd name="p0x11" fmla="*/ 0 w 960"/>
              <a:gd name="p0y11" fmla="*/ 421 h 435"/>
              <a:gd name="p0x12" fmla="*/ 0 w 960"/>
              <a:gd name="p0y12" fmla="*/ 405 h 435"/>
              <a:gd name="p0x13" fmla="*/ 0 w 960"/>
              <a:gd name="p0y13" fmla="*/ 30 h 435"/>
              <a:gd name="p0x14" fmla="*/ 0 w 960"/>
              <a:gd name="p0y14" fmla="*/ 13 h 435"/>
              <a:gd name="p0x15" fmla="*/ 13 w 960"/>
              <a:gd name="p0y15" fmla="*/ 0 h 435"/>
              <a:gd name="p0x16" fmla="*/ 30 w 96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EA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7553325" y="2314575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391A1E"/>
                </a:solidFill>
                <a:latin typeface="微软雅黑" panose="020B0503020204020204" charset="-122"/>
                <a:ea typeface="微软雅黑" panose="020B0503020204020204" charset="-122"/>
              </a:rPr>
              <a:t>未覆盖</a:t>
            </a:r>
            <a:endParaRPr sz="1200">
              <a:solidFill>
                <a:srgbClr val="391A1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5"/>
            </p:custDataLst>
          </p:nvPr>
        </p:nvSpPr>
        <p:spPr>
          <a:xfrm>
            <a:off x="7152640" y="259080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30 w 1200"/>
              <a:gd name="p0y0" fmla="*/ 0 h 435"/>
              <a:gd name="p0x1" fmla="*/ 1170 w 1200"/>
              <a:gd name="p0y1" fmla="*/ 0 h 435"/>
              <a:gd name="p0x2" fmla="*/ 1186 w 1200"/>
              <a:gd name="p0y2" fmla="*/ 0 h 435"/>
              <a:gd name="p0x3" fmla="*/ 1200 w 1200"/>
              <a:gd name="p0y3" fmla="*/ 13 h 435"/>
              <a:gd name="p0x4" fmla="*/ 1200 w 1200"/>
              <a:gd name="p0y4" fmla="*/ 30 h 435"/>
              <a:gd name="p0x5" fmla="*/ 1200 w 1200"/>
              <a:gd name="p0y5" fmla="*/ 405 h 435"/>
              <a:gd name="p0x6" fmla="*/ 1200 w 1200"/>
              <a:gd name="p0y6" fmla="*/ 421 h 435"/>
              <a:gd name="p0x7" fmla="*/ 1186 w 1200"/>
              <a:gd name="p0y7" fmla="*/ 435 h 435"/>
              <a:gd name="p0x8" fmla="*/ 1170 w 1200"/>
              <a:gd name="p0y8" fmla="*/ 435 h 435"/>
              <a:gd name="p0x9" fmla="*/ 30 w 1200"/>
              <a:gd name="p0y9" fmla="*/ 435 h 435"/>
              <a:gd name="p0x10" fmla="*/ 13 w 1200"/>
              <a:gd name="p0y10" fmla="*/ 435 h 435"/>
              <a:gd name="p0x11" fmla="*/ 0 w 1200"/>
              <a:gd name="p0y11" fmla="*/ 421 h 435"/>
              <a:gd name="p0x12" fmla="*/ 0 w 1200"/>
              <a:gd name="p0y12" fmla="*/ 405 h 435"/>
              <a:gd name="p0x13" fmla="*/ 0 w 1200"/>
              <a:gd name="p0y13" fmla="*/ 30 h 435"/>
              <a:gd name="p0x14" fmla="*/ 0 w 1200"/>
              <a:gd name="p0y14" fmla="*/ 13 h 435"/>
              <a:gd name="p0x15" fmla="*/ 13 w 1200"/>
              <a:gd name="p0y15" fmla="*/ 0 h 435"/>
              <a:gd name="p0x16" fmla="*/ 3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FEB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7153199" y="26289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4F3B18"/>
                </a:solidFill>
                <a:latin typeface="微软雅黑" panose="020B0503020204020204" charset="-122"/>
                <a:ea typeface="微软雅黑" panose="020B0503020204020204" charset="-122"/>
              </a:rPr>
              <a:t>部分覆盖</a:t>
            </a:r>
            <a:endParaRPr sz="1200">
              <a:solidFill>
                <a:srgbClr val="4F3B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6848399" y="6021762"/>
            <a:ext cx="13716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三种状态分类反馈</a:t>
            </a:r>
            <a:endParaRPr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9205595" y="1109345"/>
            <a:ext cx="2409825" cy="5362575"/>
          </a:xfrm>
          <a:custGeom>
            <a:avLst/>
            <a:gdLst>
              <a:gd name="sw" fmla="*/ 1 w 3795"/>
              <a:gd name="sh" fmla="*/ 1 h 8445"/>
              <a:gd name="mins" fmla="min sw sh"/>
              <a:gd name="dsw" fmla="+- 0 sw mins"/>
              <a:gd name="dsh" fmla="+- 0 sh mins"/>
              <a:gd name="p0x0" fmla="*/ 60 w 3795"/>
              <a:gd name="p0y0" fmla="*/ 0 h 8445"/>
              <a:gd name="p0x1" fmla="*/ 3735 w 3795"/>
              <a:gd name="p0y1" fmla="*/ 0 h 8445"/>
              <a:gd name="p0x2" fmla="*/ 3768 w 3795"/>
              <a:gd name="p0y2" fmla="*/ 0 h 8445"/>
              <a:gd name="p0x3" fmla="*/ 3795 w 3795"/>
              <a:gd name="p0y3" fmla="*/ 26 h 8445"/>
              <a:gd name="p0x4" fmla="*/ 3795 w 3795"/>
              <a:gd name="p0y4" fmla="*/ 60 h 8445"/>
              <a:gd name="p0x5" fmla="*/ 3795 w 3795"/>
              <a:gd name="p0y5" fmla="*/ 8385 h 8445"/>
              <a:gd name="p0x6" fmla="*/ 3795 w 3795"/>
              <a:gd name="p0y6" fmla="*/ 8418 h 8445"/>
              <a:gd name="p0x7" fmla="*/ 3768 w 3795"/>
              <a:gd name="p0y7" fmla="*/ 8445 h 8445"/>
              <a:gd name="p0x8" fmla="*/ 3735 w 3795"/>
              <a:gd name="p0y8" fmla="*/ 8445 h 8445"/>
              <a:gd name="p0x9" fmla="*/ 60 w 3795"/>
              <a:gd name="p0y9" fmla="*/ 8445 h 8445"/>
              <a:gd name="p0x10" fmla="*/ 26 w 3795"/>
              <a:gd name="p0y10" fmla="*/ 8445 h 8445"/>
              <a:gd name="p0x11" fmla="*/ 0 w 3795"/>
              <a:gd name="p0y11" fmla="*/ 8418 h 8445"/>
              <a:gd name="p0x12" fmla="*/ 0 w 3795"/>
              <a:gd name="p0y12" fmla="*/ 8385 h 8445"/>
              <a:gd name="p0x13" fmla="*/ 0 w 3795"/>
              <a:gd name="p0y13" fmla="*/ 60 h 8445"/>
              <a:gd name="p0x14" fmla="*/ 0 w 3795"/>
              <a:gd name="p0y14" fmla="*/ 26 h 8445"/>
              <a:gd name="p0x15" fmla="*/ 26 w 3795"/>
              <a:gd name="p0y15" fmla="*/ 0 h 8445"/>
              <a:gd name="p0x16" fmla="*/ 60 w 379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1020127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10209685" y="1377315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9496349" y="1861185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更新优先级权重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9432798" y="2185035"/>
            <a:ext cx="195597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sz="135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根据反馈动态调整</a:t>
            </a:r>
            <a:endParaRPr lang="zh-CN" sz="135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9572549" y="6021762"/>
            <a:ext cx="16764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优化后续事件生成策略</a:t>
            </a:r>
            <a:endParaRPr sz="12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实验结果与分析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实验设计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2358390"/>
          </a:xfrm>
          <a:custGeom>
            <a:avLst/>
            <a:gdLst>
              <a:gd name="sw" fmla="*/ 1 w 17385"/>
              <a:gd name="sh" fmla="*/ 1 h 3713"/>
              <a:gd name="mins" fmla="min sw sh"/>
              <a:gd name="dsw" fmla="+- 0 sw mins"/>
              <a:gd name="dsh" fmla="+- 0 sh mins"/>
              <a:gd name="p0x0" fmla="*/ 60 w 17385"/>
              <a:gd name="p0y0" fmla="*/ 0 h 3713"/>
              <a:gd name="p0x1" fmla="*/ 17325 w 17385"/>
              <a:gd name="p0y1" fmla="*/ 0 h 3713"/>
              <a:gd name="p0x2" fmla="*/ 17358 w 17385"/>
              <a:gd name="p0y2" fmla="*/ 0 h 3713"/>
              <a:gd name="p0x3" fmla="*/ 17385 w 17385"/>
              <a:gd name="p0y3" fmla="*/ 26 h 3713"/>
              <a:gd name="p0x4" fmla="*/ 17385 w 17385"/>
              <a:gd name="p0y4" fmla="*/ 60 h 3713"/>
              <a:gd name="p0x5" fmla="*/ 17385 w 17385"/>
              <a:gd name="p0y5" fmla="*/ 3653 h 3713"/>
              <a:gd name="p0x6" fmla="*/ 17385 w 17385"/>
              <a:gd name="p0y6" fmla="*/ 3686 h 3713"/>
              <a:gd name="p0x7" fmla="*/ 17358 w 17385"/>
              <a:gd name="p0y7" fmla="*/ 3713 h 3713"/>
              <a:gd name="p0x8" fmla="*/ 17325 w 17385"/>
              <a:gd name="p0y8" fmla="*/ 3713 h 3713"/>
              <a:gd name="p0x9" fmla="*/ 60 w 17385"/>
              <a:gd name="p0y9" fmla="*/ 3713 h 3713"/>
              <a:gd name="p0x10" fmla="*/ 26 w 17385"/>
              <a:gd name="p0y10" fmla="*/ 3713 h 3713"/>
              <a:gd name="p0x11" fmla="*/ 0 w 17385"/>
              <a:gd name="p0y11" fmla="*/ 3686 h 3713"/>
              <a:gd name="p0x12" fmla="*/ 0 w 17385"/>
              <a:gd name="p0y12" fmla="*/ 3653 h 3713"/>
              <a:gd name="p0x13" fmla="*/ 0 w 17385"/>
              <a:gd name="p0y13" fmla="*/ 60 h 3713"/>
              <a:gd name="p0x14" fmla="*/ 0 w 17385"/>
              <a:gd name="p0y14" fmla="*/ 26 h 3713"/>
              <a:gd name="p0x15" fmla="*/ 26 w 17385"/>
              <a:gd name="p0y15" fmla="*/ 0 h 3713"/>
              <a:gd name="p0x16" fmla="*/ 60 w 17385"/>
              <a:gd name="p0y16" fmla="*/ 0 h 371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71525" y="1304925"/>
            <a:ext cx="1064895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实验对象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771525" y="1700530"/>
          <a:ext cx="10648950" cy="1571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9624"/>
                <a:gridCol w="3549624"/>
                <a:gridCol w="3549700"/>
              </a:tblGrid>
              <a:tr h="42669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应用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页面数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</a:tr>
              <a:tr h="572542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SampleApp A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工具类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~8</a:t>
                      </a:r>
                      <a:r>
                        <a:rPr lang="zh-CN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</a:t>
                      </a:r>
                      <a:endParaRPr lang="zh-CN"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</a:tr>
              <a:tr h="572542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SampleApp B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展示类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~12</a:t>
                      </a:r>
                      <a:r>
                        <a:rPr lang="zh-CN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</a:t>
                      </a:r>
                      <a:endParaRPr lang="zh-CN"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75945" y="3667760"/>
            <a:ext cx="5419725" cy="1301750"/>
          </a:xfrm>
          <a:custGeom>
            <a:avLst/>
            <a:gdLst>
              <a:gd name="sw" fmla="*/ 1 w 8535"/>
              <a:gd name="sh" fmla="*/ 1 h 2050"/>
              <a:gd name="mins" fmla="min sw sh"/>
              <a:gd name="dsw" fmla="+- 0 sw mins"/>
              <a:gd name="dsh" fmla="+- 0 sh mins"/>
              <a:gd name="p0x0" fmla="*/ 60 w 8535"/>
              <a:gd name="p0y0" fmla="*/ 0 h 2050"/>
              <a:gd name="p0x1" fmla="*/ 8475 w 8535"/>
              <a:gd name="p0y1" fmla="*/ 0 h 2050"/>
              <a:gd name="p0x2" fmla="*/ 8508 w 8535"/>
              <a:gd name="p0y2" fmla="*/ 0 h 2050"/>
              <a:gd name="p0x3" fmla="*/ 8535 w 8535"/>
              <a:gd name="p0y3" fmla="*/ 26 h 2050"/>
              <a:gd name="p0x4" fmla="*/ 8535 w 8535"/>
              <a:gd name="p0y4" fmla="*/ 60 h 2050"/>
              <a:gd name="p0x5" fmla="*/ 8535 w 8535"/>
              <a:gd name="p0y5" fmla="*/ 1990 h 2050"/>
              <a:gd name="p0x6" fmla="*/ 8535 w 8535"/>
              <a:gd name="p0y6" fmla="*/ 2023 h 2050"/>
              <a:gd name="p0x7" fmla="*/ 8508 w 8535"/>
              <a:gd name="p0y7" fmla="*/ 2050 h 2050"/>
              <a:gd name="p0x8" fmla="*/ 8475 w 8535"/>
              <a:gd name="p0y8" fmla="*/ 2050 h 2050"/>
              <a:gd name="p0x9" fmla="*/ 60 w 8535"/>
              <a:gd name="p0y9" fmla="*/ 2050 h 2050"/>
              <a:gd name="p0x10" fmla="*/ 26 w 8535"/>
              <a:gd name="p0y10" fmla="*/ 2050 h 2050"/>
              <a:gd name="p0x11" fmla="*/ 0 w 8535"/>
              <a:gd name="p0y11" fmla="*/ 2023 h 2050"/>
              <a:gd name="p0x12" fmla="*/ 0 w 8535"/>
              <a:gd name="p0y12" fmla="*/ 1990 h 2050"/>
              <a:gd name="p0x13" fmla="*/ 0 w 8535"/>
              <a:gd name="p0y13" fmla="*/ 60 h 2050"/>
              <a:gd name="p0x14" fmla="*/ 0 w 8535"/>
              <a:gd name="p0y14" fmla="*/ 26 h 2050"/>
              <a:gd name="p0x15" fmla="*/ 26 w 8535"/>
              <a:gd name="p0y15" fmla="*/ 0 h 2050"/>
              <a:gd name="p0x16" fmla="*/ 60 w 8535"/>
              <a:gd name="p0y16" fmla="*/ 0 h 2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771525" y="38804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871220" y="3961130"/>
            <a:ext cx="219075" cy="2527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304925" y="3914032"/>
            <a:ext cx="21336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方案一（原始）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771525" y="4437907"/>
            <a:ext cx="5029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策略）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6195695" y="3667760"/>
            <a:ext cx="5419725" cy="1301750"/>
          </a:xfrm>
          <a:custGeom>
            <a:avLst/>
            <a:gdLst>
              <a:gd name="sw" fmla="*/ 1 w 8535"/>
              <a:gd name="sh" fmla="*/ 1 h 2050"/>
              <a:gd name="mins" fmla="min sw sh"/>
              <a:gd name="dsw" fmla="+- 0 sw mins"/>
              <a:gd name="dsh" fmla="+- 0 sh mins"/>
              <a:gd name="p0x0" fmla="*/ 60 w 8535"/>
              <a:gd name="p0y0" fmla="*/ 0 h 2050"/>
              <a:gd name="p0x1" fmla="*/ 8475 w 8535"/>
              <a:gd name="p0y1" fmla="*/ 0 h 2050"/>
              <a:gd name="p0x2" fmla="*/ 8508 w 8535"/>
              <a:gd name="p0y2" fmla="*/ 0 h 2050"/>
              <a:gd name="p0x3" fmla="*/ 8535 w 8535"/>
              <a:gd name="p0y3" fmla="*/ 26 h 2050"/>
              <a:gd name="p0x4" fmla="*/ 8535 w 8535"/>
              <a:gd name="p0y4" fmla="*/ 60 h 2050"/>
              <a:gd name="p0x5" fmla="*/ 8535 w 8535"/>
              <a:gd name="p0y5" fmla="*/ 1990 h 2050"/>
              <a:gd name="p0x6" fmla="*/ 8535 w 8535"/>
              <a:gd name="p0y6" fmla="*/ 2023 h 2050"/>
              <a:gd name="p0x7" fmla="*/ 8508 w 8535"/>
              <a:gd name="p0y7" fmla="*/ 2050 h 2050"/>
              <a:gd name="p0x8" fmla="*/ 8475 w 8535"/>
              <a:gd name="p0y8" fmla="*/ 2050 h 2050"/>
              <a:gd name="p0x9" fmla="*/ 60 w 8535"/>
              <a:gd name="p0y9" fmla="*/ 2050 h 2050"/>
              <a:gd name="p0x10" fmla="*/ 26 w 8535"/>
              <a:gd name="p0y10" fmla="*/ 2050 h 2050"/>
              <a:gd name="p0x11" fmla="*/ 0 w 8535"/>
              <a:gd name="p0y11" fmla="*/ 2023 h 2050"/>
              <a:gd name="p0x12" fmla="*/ 0 w 8535"/>
              <a:gd name="p0y12" fmla="*/ 1990 h 2050"/>
              <a:gd name="p0x13" fmla="*/ 0 w 8535"/>
              <a:gd name="p0y13" fmla="*/ 60 h 2050"/>
              <a:gd name="p0x14" fmla="*/ 0 w 8535"/>
              <a:gd name="p0y14" fmla="*/ 26 h 2050"/>
              <a:gd name="p0x15" fmla="*/ 26 w 8535"/>
              <a:gd name="p0y15" fmla="*/ 0 h 2050"/>
              <a:gd name="p0x16" fmla="*/ 60 w 8535"/>
              <a:gd name="p0y16" fmla="*/ 0 h 2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0000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6391275" y="38804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4167" t="-5278" r="-4167" b="-5278"/>
          <a:stretch>
            <a:fillRect/>
          </a:stretch>
        </p:blipFill>
        <p:spPr>
          <a:xfrm>
            <a:off x="6477000" y="3961130"/>
            <a:ext cx="247650" cy="25273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6924675" y="3914032"/>
            <a:ext cx="21336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方案二（改进）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6391275" y="4437907"/>
            <a:ext cx="5029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改进后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（优先级驱动）</a:t>
            </a:r>
            <a:endParaRPr lang="zh-CN" altLang="en-US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575945" y="5169535"/>
            <a:ext cx="2609850" cy="1302385"/>
          </a:xfrm>
          <a:custGeom>
            <a:avLst/>
            <a:gdLst>
              <a:gd name="sw" fmla="*/ 1 w 4110"/>
              <a:gd name="sh" fmla="*/ 1 h 2050"/>
              <a:gd name="mins" fmla="min sw sh"/>
              <a:gd name="dsw" fmla="+- 0 sw mins"/>
              <a:gd name="dsh" fmla="+- 0 sh mins"/>
              <a:gd name="p0x0" fmla="*/ 60 w 4110"/>
              <a:gd name="p0y0" fmla="*/ 0 h 2050"/>
              <a:gd name="p0x1" fmla="*/ 4050 w 4110"/>
              <a:gd name="p0y1" fmla="*/ 0 h 2050"/>
              <a:gd name="p0x2" fmla="*/ 4083 w 4110"/>
              <a:gd name="p0y2" fmla="*/ 0 h 2050"/>
              <a:gd name="p0x3" fmla="*/ 4110 w 4110"/>
              <a:gd name="p0y3" fmla="*/ 26 h 2050"/>
              <a:gd name="p0x4" fmla="*/ 4110 w 4110"/>
              <a:gd name="p0y4" fmla="*/ 60 h 2050"/>
              <a:gd name="p0x5" fmla="*/ 4110 w 4110"/>
              <a:gd name="p0y5" fmla="*/ 1990 h 2050"/>
              <a:gd name="p0x6" fmla="*/ 4110 w 4110"/>
              <a:gd name="p0y6" fmla="*/ 2023 h 2050"/>
              <a:gd name="p0x7" fmla="*/ 4083 w 4110"/>
              <a:gd name="p0y7" fmla="*/ 2050 h 2050"/>
              <a:gd name="p0x8" fmla="*/ 4050 w 4110"/>
              <a:gd name="p0y8" fmla="*/ 2050 h 2050"/>
              <a:gd name="p0x9" fmla="*/ 60 w 4110"/>
              <a:gd name="p0y9" fmla="*/ 2050 h 2050"/>
              <a:gd name="p0x10" fmla="*/ 26 w 4110"/>
              <a:gd name="p0y10" fmla="*/ 2050 h 2050"/>
              <a:gd name="p0x11" fmla="*/ 0 w 4110"/>
              <a:gd name="p0y11" fmla="*/ 2023 h 2050"/>
              <a:gd name="p0x12" fmla="*/ 0 w 4110"/>
              <a:gd name="p0y12" fmla="*/ 1990 h 2050"/>
              <a:gd name="p0x13" fmla="*/ 0 w 4110"/>
              <a:gd name="p0y13" fmla="*/ 60 h 2050"/>
              <a:gd name="p0x14" fmla="*/ 0 w 4110"/>
              <a:gd name="p0y14" fmla="*/ 26 h 2050"/>
              <a:gd name="p0x15" fmla="*/ 26 w 4110"/>
              <a:gd name="p0y15" fmla="*/ 0 h 2050"/>
              <a:gd name="p0x16" fmla="*/ 60 w 4110"/>
              <a:gd name="p0y16" fmla="*/ 0 h 2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0"/>
            </p:custDataLst>
          </p:nvPr>
        </p:nvSpPr>
        <p:spPr>
          <a:xfrm>
            <a:off x="928688" y="5418611"/>
            <a:ext cx="22860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语句覆盖率</a:t>
            </a:r>
            <a:endParaRPr sz="3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1366761" y="5994873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核心评估维度</a:t>
            </a:r>
            <a:endParaRPr sz="13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3385820" y="5169535"/>
            <a:ext cx="2609850" cy="1302385"/>
          </a:xfrm>
          <a:custGeom>
            <a:avLst/>
            <a:gdLst>
              <a:gd name="sw" fmla="*/ 1 w 4110"/>
              <a:gd name="sh" fmla="*/ 1 h 2050"/>
              <a:gd name="mins" fmla="min sw sh"/>
              <a:gd name="dsw" fmla="+- 0 sw mins"/>
              <a:gd name="dsh" fmla="+- 0 sh mins"/>
              <a:gd name="p0x0" fmla="*/ 60 w 4110"/>
              <a:gd name="p0y0" fmla="*/ 0 h 2050"/>
              <a:gd name="p0x1" fmla="*/ 4050 w 4110"/>
              <a:gd name="p0y1" fmla="*/ 0 h 2050"/>
              <a:gd name="p0x2" fmla="*/ 4083 w 4110"/>
              <a:gd name="p0y2" fmla="*/ 0 h 2050"/>
              <a:gd name="p0x3" fmla="*/ 4110 w 4110"/>
              <a:gd name="p0y3" fmla="*/ 26 h 2050"/>
              <a:gd name="p0x4" fmla="*/ 4110 w 4110"/>
              <a:gd name="p0y4" fmla="*/ 60 h 2050"/>
              <a:gd name="p0x5" fmla="*/ 4110 w 4110"/>
              <a:gd name="p0y5" fmla="*/ 1990 h 2050"/>
              <a:gd name="p0x6" fmla="*/ 4110 w 4110"/>
              <a:gd name="p0y6" fmla="*/ 2023 h 2050"/>
              <a:gd name="p0x7" fmla="*/ 4083 w 4110"/>
              <a:gd name="p0y7" fmla="*/ 2050 h 2050"/>
              <a:gd name="p0x8" fmla="*/ 4050 w 4110"/>
              <a:gd name="p0y8" fmla="*/ 2050 h 2050"/>
              <a:gd name="p0x9" fmla="*/ 60 w 4110"/>
              <a:gd name="p0y9" fmla="*/ 2050 h 2050"/>
              <a:gd name="p0x10" fmla="*/ 26 w 4110"/>
              <a:gd name="p0y10" fmla="*/ 2050 h 2050"/>
              <a:gd name="p0x11" fmla="*/ 0 w 4110"/>
              <a:gd name="p0y11" fmla="*/ 2023 h 2050"/>
              <a:gd name="p0x12" fmla="*/ 0 w 4110"/>
              <a:gd name="p0y12" fmla="*/ 1990 h 2050"/>
              <a:gd name="p0x13" fmla="*/ 0 w 4110"/>
              <a:gd name="p0y13" fmla="*/ 60 h 2050"/>
              <a:gd name="p0x14" fmla="*/ 0 w 4110"/>
              <a:gd name="p0y14" fmla="*/ 26 h 2050"/>
              <a:gd name="p0x15" fmla="*/ 26 w 4110"/>
              <a:gd name="p0y15" fmla="*/ 0 h 2050"/>
              <a:gd name="p0x16" fmla="*/ 60 w 4110"/>
              <a:gd name="p0y16" fmla="*/ 0 h 2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3738563" y="5418611"/>
            <a:ext cx="22860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页面覆盖率</a:t>
            </a:r>
            <a:endParaRPr sz="3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4176636" y="5994873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核心评估维度</a:t>
            </a:r>
            <a:endParaRPr sz="13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6195695" y="5169535"/>
            <a:ext cx="2609850" cy="1302385"/>
          </a:xfrm>
          <a:custGeom>
            <a:avLst/>
            <a:gdLst>
              <a:gd name="sw" fmla="*/ 1 w 4110"/>
              <a:gd name="sh" fmla="*/ 1 h 2050"/>
              <a:gd name="mins" fmla="min sw sh"/>
              <a:gd name="dsw" fmla="+- 0 sw mins"/>
              <a:gd name="dsh" fmla="+- 0 sh mins"/>
              <a:gd name="p0x0" fmla="*/ 60 w 4110"/>
              <a:gd name="p0y0" fmla="*/ 0 h 2050"/>
              <a:gd name="p0x1" fmla="*/ 4050 w 4110"/>
              <a:gd name="p0y1" fmla="*/ 0 h 2050"/>
              <a:gd name="p0x2" fmla="*/ 4083 w 4110"/>
              <a:gd name="p0y2" fmla="*/ 0 h 2050"/>
              <a:gd name="p0x3" fmla="*/ 4110 w 4110"/>
              <a:gd name="p0y3" fmla="*/ 26 h 2050"/>
              <a:gd name="p0x4" fmla="*/ 4110 w 4110"/>
              <a:gd name="p0y4" fmla="*/ 60 h 2050"/>
              <a:gd name="p0x5" fmla="*/ 4110 w 4110"/>
              <a:gd name="p0y5" fmla="*/ 1990 h 2050"/>
              <a:gd name="p0x6" fmla="*/ 4110 w 4110"/>
              <a:gd name="p0y6" fmla="*/ 2023 h 2050"/>
              <a:gd name="p0x7" fmla="*/ 4083 w 4110"/>
              <a:gd name="p0y7" fmla="*/ 2050 h 2050"/>
              <a:gd name="p0x8" fmla="*/ 4050 w 4110"/>
              <a:gd name="p0y8" fmla="*/ 2050 h 2050"/>
              <a:gd name="p0x9" fmla="*/ 60 w 4110"/>
              <a:gd name="p0y9" fmla="*/ 2050 h 2050"/>
              <a:gd name="p0x10" fmla="*/ 26 w 4110"/>
              <a:gd name="p0y10" fmla="*/ 2050 h 2050"/>
              <a:gd name="p0x11" fmla="*/ 0 w 4110"/>
              <a:gd name="p0y11" fmla="*/ 2023 h 2050"/>
              <a:gd name="p0x12" fmla="*/ 0 w 4110"/>
              <a:gd name="p0y12" fmla="*/ 1990 h 2050"/>
              <a:gd name="p0x13" fmla="*/ 0 w 4110"/>
              <a:gd name="p0y13" fmla="*/ 60 h 2050"/>
              <a:gd name="p0x14" fmla="*/ 0 w 4110"/>
              <a:gd name="p0y14" fmla="*/ 26 h 2050"/>
              <a:gd name="p0x15" fmla="*/ 26 w 4110"/>
              <a:gd name="p0y15" fmla="*/ 0 h 2050"/>
              <a:gd name="p0x16" fmla="*/ 60 w 4110"/>
              <a:gd name="p0y16" fmla="*/ 0 h 2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6738938" y="5418611"/>
            <a:ext cx="19050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事件效率</a:t>
            </a:r>
            <a:endParaRPr sz="3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6986512" y="5994873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核心评估维度</a:t>
            </a:r>
            <a:endParaRPr sz="13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8"/>
            </p:custDataLst>
          </p:nvPr>
        </p:nvSpPr>
        <p:spPr>
          <a:xfrm>
            <a:off x="9005570" y="5169535"/>
            <a:ext cx="2609850" cy="1302385"/>
          </a:xfrm>
          <a:custGeom>
            <a:avLst/>
            <a:gdLst>
              <a:gd name="sw" fmla="*/ 1 w 4110"/>
              <a:gd name="sh" fmla="*/ 1 h 2050"/>
              <a:gd name="mins" fmla="min sw sh"/>
              <a:gd name="dsw" fmla="+- 0 sw mins"/>
              <a:gd name="dsh" fmla="+- 0 sh mins"/>
              <a:gd name="p0x0" fmla="*/ 60 w 4110"/>
              <a:gd name="p0y0" fmla="*/ 0 h 2050"/>
              <a:gd name="p0x1" fmla="*/ 4050 w 4110"/>
              <a:gd name="p0y1" fmla="*/ 0 h 2050"/>
              <a:gd name="p0x2" fmla="*/ 4083 w 4110"/>
              <a:gd name="p0y2" fmla="*/ 0 h 2050"/>
              <a:gd name="p0x3" fmla="*/ 4110 w 4110"/>
              <a:gd name="p0y3" fmla="*/ 26 h 2050"/>
              <a:gd name="p0x4" fmla="*/ 4110 w 4110"/>
              <a:gd name="p0y4" fmla="*/ 60 h 2050"/>
              <a:gd name="p0x5" fmla="*/ 4110 w 4110"/>
              <a:gd name="p0y5" fmla="*/ 1990 h 2050"/>
              <a:gd name="p0x6" fmla="*/ 4110 w 4110"/>
              <a:gd name="p0y6" fmla="*/ 2023 h 2050"/>
              <a:gd name="p0x7" fmla="*/ 4083 w 4110"/>
              <a:gd name="p0y7" fmla="*/ 2050 h 2050"/>
              <a:gd name="p0x8" fmla="*/ 4050 w 4110"/>
              <a:gd name="p0y8" fmla="*/ 2050 h 2050"/>
              <a:gd name="p0x9" fmla="*/ 60 w 4110"/>
              <a:gd name="p0y9" fmla="*/ 2050 h 2050"/>
              <a:gd name="p0x10" fmla="*/ 26 w 4110"/>
              <a:gd name="p0y10" fmla="*/ 2050 h 2050"/>
              <a:gd name="p0x11" fmla="*/ 0 w 4110"/>
              <a:gd name="p0y11" fmla="*/ 2023 h 2050"/>
              <a:gd name="p0x12" fmla="*/ 0 w 4110"/>
              <a:gd name="p0y12" fmla="*/ 1990 h 2050"/>
              <a:gd name="p0x13" fmla="*/ 0 w 4110"/>
              <a:gd name="p0y13" fmla="*/ 60 h 2050"/>
              <a:gd name="p0x14" fmla="*/ 0 w 4110"/>
              <a:gd name="p0y14" fmla="*/ 26 h 2050"/>
              <a:gd name="p0x15" fmla="*/ 26 w 4110"/>
              <a:gd name="p0y15" fmla="*/ 0 h 2050"/>
              <a:gd name="p0x16" fmla="*/ 60 w 4110"/>
              <a:gd name="p0y16" fmla="*/ 0 h 2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9"/>
            </p:custDataLst>
          </p:nvPr>
        </p:nvSpPr>
        <p:spPr>
          <a:xfrm>
            <a:off x="9358313" y="5418611"/>
            <a:ext cx="22860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崩溃发现数</a:t>
            </a:r>
            <a:endParaRPr sz="3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9796387" y="5994873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核心评估维度</a:t>
            </a:r>
            <a:endParaRPr sz="135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覆盖率对比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71500" y="3785870"/>
            <a:ext cx="11049000" cy="9525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5945" y="1109345"/>
            <a:ext cx="11039475" cy="2481580"/>
          </a:xfrm>
          <a:custGeom>
            <a:avLst/>
            <a:gdLst>
              <a:gd name="sw" fmla="*/ 1 w 17385"/>
              <a:gd name="sh" fmla="*/ 1 h 3907"/>
              <a:gd name="mins" fmla="min sw sh"/>
              <a:gd name="dsw" fmla="+- 0 sw mins"/>
              <a:gd name="dsh" fmla="+- 0 sh mins"/>
              <a:gd name="p0x0" fmla="*/ 60 w 17385"/>
              <a:gd name="p0y0" fmla="*/ 0 h 3907"/>
              <a:gd name="p0x1" fmla="*/ 17325 w 17385"/>
              <a:gd name="p0y1" fmla="*/ 0 h 3907"/>
              <a:gd name="p0x2" fmla="*/ 17358 w 17385"/>
              <a:gd name="p0y2" fmla="*/ 0 h 3907"/>
              <a:gd name="p0x3" fmla="*/ 17385 w 17385"/>
              <a:gd name="p0y3" fmla="*/ 26 h 3907"/>
              <a:gd name="p0x4" fmla="*/ 17385 w 17385"/>
              <a:gd name="p0y4" fmla="*/ 60 h 3907"/>
              <a:gd name="p0x5" fmla="*/ 17385 w 17385"/>
              <a:gd name="p0y5" fmla="*/ 3847 h 3907"/>
              <a:gd name="p0x6" fmla="*/ 17385 w 17385"/>
              <a:gd name="p0y6" fmla="*/ 3880 h 3907"/>
              <a:gd name="p0x7" fmla="*/ 17358 w 17385"/>
              <a:gd name="p0y7" fmla="*/ 3907 h 3907"/>
              <a:gd name="p0x8" fmla="*/ 17325 w 17385"/>
              <a:gd name="p0y8" fmla="*/ 3907 h 3907"/>
              <a:gd name="p0x9" fmla="*/ 60 w 17385"/>
              <a:gd name="p0y9" fmla="*/ 3907 h 3907"/>
              <a:gd name="p0x10" fmla="*/ 26 w 17385"/>
              <a:gd name="p0y10" fmla="*/ 3907 h 3907"/>
              <a:gd name="p0x11" fmla="*/ 0 w 17385"/>
              <a:gd name="p0y11" fmla="*/ 3880 h 3907"/>
              <a:gd name="p0x12" fmla="*/ 0 w 17385"/>
              <a:gd name="p0y12" fmla="*/ 3847 h 3907"/>
              <a:gd name="p0x13" fmla="*/ 0 w 17385"/>
              <a:gd name="p0y13" fmla="*/ 60 h 3907"/>
              <a:gd name="p0x14" fmla="*/ 0 w 17385"/>
              <a:gd name="p0y14" fmla="*/ 26 h 3907"/>
              <a:gd name="p0x15" fmla="*/ 26 w 17385"/>
              <a:gd name="p0y15" fmla="*/ 0 h 3907"/>
              <a:gd name="p0x16" fmla="*/ 60 w 17385"/>
              <a:gd name="p0y16" fmla="*/ 0 h 39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71525" y="1304925"/>
            <a:ext cx="1064895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语句覆盖率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5"/>
            </p:custDataLst>
          </p:nvPr>
        </p:nvGraphicFramePr>
        <p:xfrm>
          <a:off x="771525" y="1703705"/>
          <a:ext cx="10648950" cy="1691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237"/>
                <a:gridCol w="2662237"/>
                <a:gridCol w="2662237"/>
                <a:gridCol w="2662237"/>
              </a:tblGrid>
              <a:tr h="42669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</a:t>
                      </a:r>
                      <a:r>
                        <a:rPr lang="en-US" altLang="zh-CN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EGM</a:t>
                      </a:r>
                      <a:endParaRPr lang="en-US" altLang="zh-CN"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</a:t>
                      </a:r>
                      <a:r>
                        <a:rPr lang="en-US" altLang="zh-CN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EGM</a:t>
                      </a:r>
                      <a:endParaRPr lang="en-US" altLang="zh-CN"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提升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</a:tr>
              <a:tr h="632296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SampleApp A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~65%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~82%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415" b="1" spc="-14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+17%</a:t>
                      </a:r>
                      <a:endParaRPr sz="1415" b="1" spc="-14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</a:tr>
              <a:tr h="632370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SampleApp B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~58%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~76%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415" b="1" spc="-14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+18%</a:t>
                      </a:r>
                      <a:endParaRPr sz="1415" b="1" spc="-14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575945" y="3990975"/>
            <a:ext cx="11039475" cy="2480945"/>
          </a:xfrm>
          <a:custGeom>
            <a:avLst/>
            <a:gdLst>
              <a:gd name="sw" fmla="*/ 1 w 17385"/>
              <a:gd name="sh" fmla="*/ 1 h 3907"/>
              <a:gd name="mins" fmla="min sw sh"/>
              <a:gd name="dsw" fmla="+- 0 sw mins"/>
              <a:gd name="dsh" fmla="+- 0 sh mins"/>
              <a:gd name="p0x0" fmla="*/ 60 w 17385"/>
              <a:gd name="p0y0" fmla="*/ 0 h 3907"/>
              <a:gd name="p0x1" fmla="*/ 17325 w 17385"/>
              <a:gd name="p0y1" fmla="*/ 0 h 3907"/>
              <a:gd name="p0x2" fmla="*/ 17358 w 17385"/>
              <a:gd name="p0y2" fmla="*/ 0 h 3907"/>
              <a:gd name="p0x3" fmla="*/ 17385 w 17385"/>
              <a:gd name="p0y3" fmla="*/ 26 h 3907"/>
              <a:gd name="p0x4" fmla="*/ 17385 w 17385"/>
              <a:gd name="p0y4" fmla="*/ 60 h 3907"/>
              <a:gd name="p0x5" fmla="*/ 17385 w 17385"/>
              <a:gd name="p0y5" fmla="*/ 3847 h 3907"/>
              <a:gd name="p0x6" fmla="*/ 17385 w 17385"/>
              <a:gd name="p0y6" fmla="*/ 3880 h 3907"/>
              <a:gd name="p0x7" fmla="*/ 17358 w 17385"/>
              <a:gd name="p0y7" fmla="*/ 3907 h 3907"/>
              <a:gd name="p0x8" fmla="*/ 17325 w 17385"/>
              <a:gd name="p0y8" fmla="*/ 3907 h 3907"/>
              <a:gd name="p0x9" fmla="*/ 60 w 17385"/>
              <a:gd name="p0y9" fmla="*/ 3907 h 3907"/>
              <a:gd name="p0x10" fmla="*/ 26 w 17385"/>
              <a:gd name="p0y10" fmla="*/ 3907 h 3907"/>
              <a:gd name="p0x11" fmla="*/ 0 w 17385"/>
              <a:gd name="p0y11" fmla="*/ 3880 h 3907"/>
              <a:gd name="p0x12" fmla="*/ 0 w 17385"/>
              <a:gd name="p0y12" fmla="*/ 3847 h 3907"/>
              <a:gd name="p0x13" fmla="*/ 0 w 17385"/>
              <a:gd name="p0y13" fmla="*/ 60 h 3907"/>
              <a:gd name="p0x14" fmla="*/ 0 w 17385"/>
              <a:gd name="p0y14" fmla="*/ 26 h 3907"/>
              <a:gd name="p0x15" fmla="*/ 26 w 17385"/>
              <a:gd name="p0y15" fmla="*/ 0 h 3907"/>
              <a:gd name="p0x16" fmla="*/ 60 w 17385"/>
              <a:gd name="p0y16" fmla="*/ 0 h 39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771525" y="4186238"/>
            <a:ext cx="1064895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页面覆盖率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8"/>
            </p:custDataLst>
          </p:nvPr>
        </p:nvGraphicFramePr>
        <p:xfrm>
          <a:off x="771525" y="4585335"/>
          <a:ext cx="10648950" cy="1691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237"/>
                <a:gridCol w="2662237"/>
                <a:gridCol w="2662237"/>
                <a:gridCol w="2662237"/>
              </a:tblGrid>
              <a:tr h="42669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</a:t>
                      </a:r>
                      <a:r>
                        <a:rPr lang="en-US" altLang="zh-CN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EGM</a:t>
                      </a:r>
                      <a:endParaRPr lang="en-US" altLang="zh-CN"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</a:t>
                      </a:r>
                      <a:r>
                        <a:rPr lang="en-US" altLang="zh-CN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EGM</a:t>
                      </a:r>
                      <a:endParaRPr lang="en-US" altLang="zh-CN"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提升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</a:tr>
              <a:tr h="632296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SampleApp A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87.5%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415" b="1" spc="-14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+12.5%</a:t>
                      </a:r>
                      <a:endParaRPr sz="1415" b="1" spc="-14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</a:tr>
              <a:tr h="632370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SampleApp B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75%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91.7%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415" b="1" spc="-14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+16.7%</a:t>
                      </a:r>
                      <a:endParaRPr sz="1415" b="1" spc="-14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事件效率与崩溃发现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2581275"/>
          </a:xfrm>
          <a:custGeom>
            <a:avLst/>
            <a:gdLst>
              <a:gd name="sw" fmla="*/ 1 w 17385"/>
              <a:gd name="sh" fmla="*/ 1 h 4065"/>
              <a:gd name="mins" fmla="min sw sh"/>
              <a:gd name="dsw" fmla="+- 0 sw mins"/>
              <a:gd name="dsh" fmla="+- 0 sh mins"/>
              <a:gd name="p0x0" fmla="*/ 60 w 17385"/>
              <a:gd name="p0y0" fmla="*/ 0 h 4065"/>
              <a:gd name="p0x1" fmla="*/ 17325 w 17385"/>
              <a:gd name="p0y1" fmla="*/ 0 h 4065"/>
              <a:gd name="p0x2" fmla="*/ 17358 w 17385"/>
              <a:gd name="p0y2" fmla="*/ 0 h 4065"/>
              <a:gd name="p0x3" fmla="*/ 17385 w 17385"/>
              <a:gd name="p0y3" fmla="*/ 26 h 4065"/>
              <a:gd name="p0x4" fmla="*/ 17385 w 17385"/>
              <a:gd name="p0y4" fmla="*/ 60 h 4065"/>
              <a:gd name="p0x5" fmla="*/ 17385 w 17385"/>
              <a:gd name="p0y5" fmla="*/ 4005 h 4065"/>
              <a:gd name="p0x6" fmla="*/ 17385 w 17385"/>
              <a:gd name="p0y6" fmla="*/ 4038 h 4065"/>
              <a:gd name="p0x7" fmla="*/ 17358 w 17385"/>
              <a:gd name="p0y7" fmla="*/ 4065 h 4065"/>
              <a:gd name="p0x8" fmla="*/ 17325 w 17385"/>
              <a:gd name="p0y8" fmla="*/ 4065 h 4065"/>
              <a:gd name="p0x9" fmla="*/ 60 w 17385"/>
              <a:gd name="p0y9" fmla="*/ 4065 h 4065"/>
              <a:gd name="p0x10" fmla="*/ 26 w 17385"/>
              <a:gd name="p0y10" fmla="*/ 4065 h 4065"/>
              <a:gd name="p0x11" fmla="*/ 0 w 17385"/>
              <a:gd name="p0y11" fmla="*/ 4038 h 4065"/>
              <a:gd name="p0x12" fmla="*/ 0 w 17385"/>
              <a:gd name="p0y12" fmla="*/ 4005 h 4065"/>
              <a:gd name="p0x13" fmla="*/ 0 w 17385"/>
              <a:gd name="p0y13" fmla="*/ 60 h 4065"/>
              <a:gd name="p0x14" fmla="*/ 0 w 17385"/>
              <a:gd name="p0y14" fmla="*/ 26 h 4065"/>
              <a:gd name="p0x15" fmla="*/ 26 w 17385"/>
              <a:gd name="p0y15" fmla="*/ 0 h 4065"/>
              <a:gd name="p0x16" fmla="*/ 60 w 173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71525" y="1304925"/>
            <a:ext cx="106489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事件效率对比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771525" y="1718945"/>
          <a:ext cx="10648950" cy="1776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608"/>
                <a:gridCol w="2129732"/>
                <a:gridCol w="2129732"/>
                <a:gridCol w="2129875"/>
              </a:tblGrid>
              <a:tr h="42669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</a:t>
                      </a:r>
                      <a:r>
                        <a:rPr lang="en-US" altLang="zh-CN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EGM</a:t>
                      </a:r>
                      <a:endParaRPr lang="en-US" altLang="zh-CN"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</a:t>
                      </a:r>
                      <a:r>
                        <a:rPr lang="en-US" altLang="zh-CN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EGM</a:t>
                      </a:r>
                      <a:endParaRPr lang="en-US" altLang="zh-CN"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</a:tr>
              <a:tr h="674861"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达</a:t>
                      </a:r>
                      <a:r>
                        <a:rPr lang="en-US" altLang="zh-CN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60%</a:t>
                      </a:r>
                      <a:r>
                        <a:rPr lang="zh-CN" altLang="en-US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覆盖率所需事件数</a:t>
                      </a:r>
                      <a:endParaRPr lang="zh-CN" altLang="en-US"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~1,800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~1,250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415" b="1" spc="-14">
                          <a:solidFill>
                            <a:srgbClr val="3366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减少</a:t>
                      </a:r>
                      <a:r>
                        <a:rPr lang="en-US" altLang="zh-CN" sz="1415" b="1" spc="-14">
                          <a:solidFill>
                            <a:srgbClr val="3366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30.6%</a:t>
                      </a:r>
                      <a:endParaRPr lang="en-US" altLang="zh-CN" sz="1415" b="1" spc="-14">
                        <a:solidFill>
                          <a:srgbClr val="3366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</a:tr>
              <a:tr h="674861"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达</a:t>
                      </a:r>
                      <a:r>
                        <a:rPr lang="en-US" altLang="zh-CN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80%</a:t>
                      </a:r>
                      <a:r>
                        <a:rPr lang="zh-CN" altLang="en-US"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覆盖率所需的件数</a:t>
                      </a:r>
                      <a:endParaRPr lang="zh-CN" altLang="en-US"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~3,500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~2,400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415" b="1" spc="-14">
                          <a:solidFill>
                            <a:srgbClr val="3366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减少</a:t>
                      </a:r>
                      <a:r>
                        <a:rPr lang="en-US" altLang="zh-CN" sz="1415" b="1" spc="-14">
                          <a:solidFill>
                            <a:srgbClr val="3366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31.4%</a:t>
                      </a:r>
                      <a:endParaRPr lang="en-US" altLang="zh-CN" sz="1415" b="1" spc="-14">
                        <a:solidFill>
                          <a:srgbClr val="3366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575945" y="3890645"/>
            <a:ext cx="11039475" cy="2581275"/>
          </a:xfrm>
          <a:custGeom>
            <a:avLst/>
            <a:gdLst>
              <a:gd name="sw" fmla="*/ 1 w 17385"/>
              <a:gd name="sh" fmla="*/ 1 h 4065"/>
              <a:gd name="mins" fmla="min sw sh"/>
              <a:gd name="dsw" fmla="+- 0 sw mins"/>
              <a:gd name="dsh" fmla="+- 0 sh mins"/>
              <a:gd name="p0x0" fmla="*/ 60 w 17385"/>
              <a:gd name="p0y0" fmla="*/ 0 h 4065"/>
              <a:gd name="p0x1" fmla="*/ 17325 w 17385"/>
              <a:gd name="p0y1" fmla="*/ 0 h 4065"/>
              <a:gd name="p0x2" fmla="*/ 17358 w 17385"/>
              <a:gd name="p0y2" fmla="*/ 0 h 4065"/>
              <a:gd name="p0x3" fmla="*/ 17385 w 17385"/>
              <a:gd name="p0y3" fmla="*/ 26 h 4065"/>
              <a:gd name="p0x4" fmla="*/ 17385 w 17385"/>
              <a:gd name="p0y4" fmla="*/ 60 h 4065"/>
              <a:gd name="p0x5" fmla="*/ 17385 w 17385"/>
              <a:gd name="p0y5" fmla="*/ 4005 h 4065"/>
              <a:gd name="p0x6" fmla="*/ 17385 w 17385"/>
              <a:gd name="p0y6" fmla="*/ 4038 h 4065"/>
              <a:gd name="p0x7" fmla="*/ 17358 w 17385"/>
              <a:gd name="p0y7" fmla="*/ 4065 h 4065"/>
              <a:gd name="p0x8" fmla="*/ 17325 w 17385"/>
              <a:gd name="p0y8" fmla="*/ 4065 h 4065"/>
              <a:gd name="p0x9" fmla="*/ 60 w 17385"/>
              <a:gd name="p0y9" fmla="*/ 4065 h 4065"/>
              <a:gd name="p0x10" fmla="*/ 26 w 17385"/>
              <a:gd name="p0y10" fmla="*/ 4065 h 4065"/>
              <a:gd name="p0x11" fmla="*/ 0 w 17385"/>
              <a:gd name="p0y11" fmla="*/ 4038 h 4065"/>
              <a:gd name="p0x12" fmla="*/ 0 w 17385"/>
              <a:gd name="p0y12" fmla="*/ 4005 h 4065"/>
              <a:gd name="p0x13" fmla="*/ 0 w 17385"/>
              <a:gd name="p0y13" fmla="*/ 60 h 4065"/>
              <a:gd name="p0x14" fmla="*/ 0 w 17385"/>
              <a:gd name="p0y14" fmla="*/ 26 h 4065"/>
              <a:gd name="p0x15" fmla="*/ 26 w 17385"/>
              <a:gd name="p0y15" fmla="*/ 0 h 4065"/>
              <a:gd name="p0x16" fmla="*/ 60 w 173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71525" y="4086225"/>
            <a:ext cx="106489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崩溃发现对比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7"/>
            </p:custDataLst>
          </p:nvPr>
        </p:nvGraphicFramePr>
        <p:xfrm>
          <a:off x="771525" y="4500245"/>
          <a:ext cx="10648950" cy="1776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0614"/>
                <a:gridCol w="3514134"/>
                <a:gridCol w="3514201"/>
              </a:tblGrid>
              <a:tr h="42669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</a:t>
                      </a:r>
                      <a:r>
                        <a:rPr lang="en-US" altLang="zh-CN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EGM</a:t>
                      </a:r>
                      <a:endParaRPr lang="en-US" altLang="zh-CN"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</a:t>
                      </a:r>
                      <a:r>
                        <a:rPr lang="en-US" altLang="zh-CN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EGM</a:t>
                      </a:r>
                      <a:endParaRPr lang="en-US" altLang="zh-CN"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</a:tr>
              <a:tr h="674861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崩溃发现数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415" b="1" spc="-14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415" b="1" spc="-14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415" b="1" spc="-14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1415" b="1" spc="-14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</a:tr>
              <a:tr h="674861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崩溃类型</a:t>
                      </a:r>
                      <a:endParaRPr sz="1350" b="0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415" b="1" spc="-14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sz="1415" b="1" spc="-14">
                          <a:solidFill>
                            <a:srgbClr val="0A0A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种</a:t>
                      </a:r>
                      <a:endParaRPr lang="zh-CN" sz="1415" b="1" spc="-14">
                        <a:solidFill>
                          <a:srgbClr val="0A0A0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415" b="1" spc="-14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sz="1415" b="1" spc="-14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种</a:t>
                      </a:r>
                      <a:endParaRPr lang="zh-CN" sz="1415" b="1" spc="-14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结果分析与讨论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x0" fmla="*/ 60 w 9324"/>
              <a:gd name="p0y0" fmla="*/ 0 h 2604"/>
              <a:gd name="p0x1" fmla="*/ 9264 w 9324"/>
              <a:gd name="p0y1" fmla="*/ 0 h 2604"/>
              <a:gd name="p0x2" fmla="*/ 9297 w 9324"/>
              <a:gd name="p0y2" fmla="*/ 0 h 2604"/>
              <a:gd name="p0x3" fmla="*/ 9324 w 9324"/>
              <a:gd name="p0y3" fmla="*/ 26 h 2604"/>
              <a:gd name="p0x4" fmla="*/ 9324 w 9324"/>
              <a:gd name="p0y4" fmla="*/ 60 h 2604"/>
              <a:gd name="p0x5" fmla="*/ 9324 w 9324"/>
              <a:gd name="p0y5" fmla="*/ 2544 h 2604"/>
              <a:gd name="p0x6" fmla="*/ 9324 w 9324"/>
              <a:gd name="p0y6" fmla="*/ 2578 h 2604"/>
              <a:gd name="p0x7" fmla="*/ 9297 w 9324"/>
              <a:gd name="p0y7" fmla="*/ 2604 h 2604"/>
              <a:gd name="p0x8" fmla="*/ 9264 w 9324"/>
              <a:gd name="p0y8" fmla="*/ 2604 h 2604"/>
              <a:gd name="p0x9" fmla="*/ 60 w 9324"/>
              <a:gd name="p0y9" fmla="*/ 2604 h 2604"/>
              <a:gd name="p0x10" fmla="*/ 26 w 9324"/>
              <a:gd name="p0y10" fmla="*/ 2604 h 2604"/>
              <a:gd name="p0x11" fmla="*/ 0 w 9324"/>
              <a:gd name="p0y11" fmla="*/ 2578 h 2604"/>
              <a:gd name="p0x12" fmla="*/ 0 w 9324"/>
              <a:gd name="p0y12" fmla="*/ 2544 h 2604"/>
              <a:gd name="p0x13" fmla="*/ 0 w 9324"/>
              <a:gd name="p0y13" fmla="*/ 60 h 2604"/>
              <a:gd name="p0x14" fmla="*/ 0 w 9324"/>
              <a:gd name="p0y14" fmla="*/ 26 h 2604"/>
              <a:gd name="p0x15" fmla="*/ 26 w 9324"/>
              <a:gd name="p0y15" fmla="*/ 0 h 2604"/>
              <a:gd name="p0x16" fmla="*/ 60 w 9324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4979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167" t="-5139" r="-4167" b="-5139"/>
          <a:stretch>
            <a:fillRect/>
          </a:stretch>
        </p:blipFill>
        <p:spPr>
          <a:xfrm>
            <a:off x="857250" y="1579245"/>
            <a:ext cx="247650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525219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优先级驱动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2055762"/>
            <a:ext cx="5715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优先探索高风险组件（登录、支付等），快速覆盖核心业务代码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75945" y="29635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x0" fmla="*/ 60 w 9324"/>
              <a:gd name="p0y0" fmla="*/ 0 h 2604"/>
              <a:gd name="p0x1" fmla="*/ 9264 w 9324"/>
              <a:gd name="p0y1" fmla="*/ 0 h 2604"/>
              <a:gd name="p0x2" fmla="*/ 9297 w 9324"/>
              <a:gd name="p0y2" fmla="*/ 0 h 2604"/>
              <a:gd name="p0x3" fmla="*/ 9324 w 9324"/>
              <a:gd name="p0y3" fmla="*/ 26 h 2604"/>
              <a:gd name="p0x4" fmla="*/ 9324 w 9324"/>
              <a:gd name="p0y4" fmla="*/ 60 h 2604"/>
              <a:gd name="p0x5" fmla="*/ 9324 w 9324"/>
              <a:gd name="p0y5" fmla="*/ 2544 h 2604"/>
              <a:gd name="p0x6" fmla="*/ 9324 w 9324"/>
              <a:gd name="p0y6" fmla="*/ 2578 h 2604"/>
              <a:gd name="p0x7" fmla="*/ 9297 w 9324"/>
              <a:gd name="p0y7" fmla="*/ 2604 h 2604"/>
              <a:gd name="p0x8" fmla="*/ 9264 w 9324"/>
              <a:gd name="p0y8" fmla="*/ 2604 h 2604"/>
              <a:gd name="p0x9" fmla="*/ 60 w 9324"/>
              <a:gd name="p0y9" fmla="*/ 2604 h 2604"/>
              <a:gd name="p0x10" fmla="*/ 26 w 9324"/>
              <a:gd name="p0y10" fmla="*/ 2604 h 2604"/>
              <a:gd name="p0x11" fmla="*/ 0 w 9324"/>
              <a:gd name="p0y11" fmla="*/ 2578 h 2604"/>
              <a:gd name="p0x12" fmla="*/ 0 w 9324"/>
              <a:gd name="p0y12" fmla="*/ 2544 h 2604"/>
              <a:gd name="p0x13" fmla="*/ 0 w 9324"/>
              <a:gd name="p0y13" fmla="*/ 60 h 2604"/>
              <a:gd name="p0x14" fmla="*/ 0 w 9324"/>
              <a:gd name="p0y14" fmla="*/ 26 h 2604"/>
              <a:gd name="p0x15" fmla="*/ 26 w 9324"/>
              <a:gd name="p0y15" fmla="*/ 0 h 2604"/>
              <a:gd name="p0x16" fmla="*/ 60 w 9324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33521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000" t="-7536" r="-2000" b="-7536"/>
          <a:stretch>
            <a:fillRect/>
          </a:stretch>
        </p:blipFill>
        <p:spPr>
          <a:xfrm>
            <a:off x="857250" y="3433445"/>
            <a:ext cx="247650" cy="2520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304925" y="3379394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动态调整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771525" y="3909936"/>
            <a:ext cx="553023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避免在已覆盖路径上重复探索，提高事件利用效率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575945" y="48177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x0" fmla="*/ 60 w 9324"/>
              <a:gd name="p0y0" fmla="*/ 0 h 2604"/>
              <a:gd name="p0x1" fmla="*/ 9264 w 9324"/>
              <a:gd name="p0y1" fmla="*/ 0 h 2604"/>
              <a:gd name="p0x2" fmla="*/ 9297 w 9324"/>
              <a:gd name="p0y2" fmla="*/ 0 h 2604"/>
              <a:gd name="p0x3" fmla="*/ 9324 w 9324"/>
              <a:gd name="p0y3" fmla="*/ 26 h 2604"/>
              <a:gd name="p0x4" fmla="*/ 9324 w 9324"/>
              <a:gd name="p0y4" fmla="*/ 60 h 2604"/>
              <a:gd name="p0x5" fmla="*/ 9324 w 9324"/>
              <a:gd name="p0y5" fmla="*/ 2544 h 2604"/>
              <a:gd name="p0x6" fmla="*/ 9324 w 9324"/>
              <a:gd name="p0y6" fmla="*/ 2578 h 2604"/>
              <a:gd name="p0x7" fmla="*/ 9297 w 9324"/>
              <a:gd name="p0y7" fmla="*/ 2604 h 2604"/>
              <a:gd name="p0x8" fmla="*/ 9264 w 9324"/>
              <a:gd name="p0y8" fmla="*/ 2604 h 2604"/>
              <a:gd name="p0x9" fmla="*/ 60 w 9324"/>
              <a:gd name="p0y9" fmla="*/ 2604 h 2604"/>
              <a:gd name="p0x10" fmla="*/ 26 w 9324"/>
              <a:gd name="p0y10" fmla="*/ 2604 h 2604"/>
              <a:gd name="p0x11" fmla="*/ 0 w 9324"/>
              <a:gd name="p0y11" fmla="*/ 2578 h 2604"/>
              <a:gd name="p0x12" fmla="*/ 0 w 9324"/>
              <a:gd name="p0y12" fmla="*/ 2544 h 2604"/>
              <a:gd name="p0x13" fmla="*/ 0 w 9324"/>
              <a:gd name="p0y13" fmla="*/ 60 h 2604"/>
              <a:gd name="p0x14" fmla="*/ 0 w 9324"/>
              <a:gd name="p0y14" fmla="*/ 26 h 2604"/>
              <a:gd name="p0x15" fmla="*/ 26 w 9324"/>
              <a:gd name="p0y15" fmla="*/ 0 h 2604"/>
              <a:gd name="p0x16" fmla="*/ 60 w 9324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71525" y="52063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366" t="-2933" r="-2366" b="-2933"/>
          <a:stretch>
            <a:fillRect/>
          </a:stretch>
        </p:blipFill>
        <p:spPr>
          <a:xfrm>
            <a:off x="826135" y="5287645"/>
            <a:ext cx="309245" cy="2520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304925" y="5233569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探索与利用平衡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771525" y="5764111"/>
            <a:ext cx="553023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ε-greedy</a:t>
            </a:r>
            <a:r>
              <a:rPr 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策略保证探索多样性的同时聚焦高价值区域</a:t>
            </a:r>
            <a:endParaRPr lang="zh-CN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6772910" y="1109345"/>
            <a:ext cx="4842510" cy="1787525"/>
          </a:xfrm>
          <a:custGeom>
            <a:avLst/>
            <a:gdLst>
              <a:gd name="sw" fmla="*/ 1 w 7625"/>
              <a:gd name="sh" fmla="*/ 1 h 2814"/>
              <a:gd name="mins" fmla="min sw sh"/>
              <a:gd name="dsw" fmla="+- 0 sw mins"/>
              <a:gd name="dsh" fmla="+- 0 sh mins"/>
              <a:gd name="p0x0" fmla="*/ 60 w 7625"/>
              <a:gd name="p0y0" fmla="*/ 0 h 2814"/>
              <a:gd name="p0x1" fmla="*/ 7565 w 7625"/>
              <a:gd name="p0y1" fmla="*/ 0 h 2814"/>
              <a:gd name="p0x2" fmla="*/ 7599 w 7625"/>
              <a:gd name="p0y2" fmla="*/ 0 h 2814"/>
              <a:gd name="p0x3" fmla="*/ 7625 w 7625"/>
              <a:gd name="p0y3" fmla="*/ 26 h 2814"/>
              <a:gd name="p0x4" fmla="*/ 7625 w 7625"/>
              <a:gd name="p0y4" fmla="*/ 60 h 2814"/>
              <a:gd name="p0x5" fmla="*/ 7625 w 7625"/>
              <a:gd name="p0y5" fmla="*/ 2754 h 2814"/>
              <a:gd name="p0x6" fmla="*/ 7625 w 7625"/>
              <a:gd name="p0y6" fmla="*/ 2788 h 2814"/>
              <a:gd name="p0x7" fmla="*/ 7599 w 7625"/>
              <a:gd name="p0y7" fmla="*/ 2814 h 2814"/>
              <a:gd name="p0x8" fmla="*/ 7565 w 7625"/>
              <a:gd name="p0y8" fmla="*/ 2814 h 2814"/>
              <a:gd name="p0x9" fmla="*/ 60 w 7625"/>
              <a:gd name="p0y9" fmla="*/ 2814 h 2814"/>
              <a:gd name="p0x10" fmla="*/ 26 w 7625"/>
              <a:gd name="p0y10" fmla="*/ 2814 h 2814"/>
              <a:gd name="p0x11" fmla="*/ 0 w 7625"/>
              <a:gd name="p0y11" fmla="*/ 2788 h 2814"/>
              <a:gd name="p0x12" fmla="*/ 0 w 7625"/>
              <a:gd name="p0y12" fmla="*/ 2754 h 2814"/>
              <a:gd name="p0x13" fmla="*/ 0 w 7625"/>
              <a:gd name="p0y13" fmla="*/ 60 h 2814"/>
              <a:gd name="p0x14" fmla="*/ 0 w 7625"/>
              <a:gd name="p0y14" fmla="*/ 26 h 2814"/>
              <a:gd name="p0x15" fmla="*/ 26 w 7625"/>
              <a:gd name="p0y15" fmla="*/ 0 h 2814"/>
              <a:gd name="p0x16" fmla="*/ 60 w 7625"/>
              <a:gd name="p0y16" fmla="*/ 0 h 28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6968490" y="15646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7054215" y="1645920"/>
            <a:ext cx="247650" cy="2520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7501909" y="1591894"/>
            <a:ext cx="24003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组件类型识别依赖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6968509" y="2122437"/>
            <a:ext cx="44519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ArkUI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组件树解析精度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6772910" y="3096895"/>
            <a:ext cx="4842510" cy="1787525"/>
          </a:xfrm>
          <a:custGeom>
            <a:avLst/>
            <a:gdLst>
              <a:gd name="sw" fmla="*/ 1 w 7625"/>
              <a:gd name="sh" fmla="*/ 1 h 2814"/>
              <a:gd name="mins" fmla="min sw sh"/>
              <a:gd name="dsw" fmla="+- 0 sw mins"/>
              <a:gd name="dsh" fmla="+- 0 sh mins"/>
              <a:gd name="p0x0" fmla="*/ 60 w 7625"/>
              <a:gd name="p0y0" fmla="*/ 0 h 2814"/>
              <a:gd name="p0x1" fmla="*/ 7565 w 7625"/>
              <a:gd name="p0y1" fmla="*/ 0 h 2814"/>
              <a:gd name="p0x2" fmla="*/ 7599 w 7625"/>
              <a:gd name="p0y2" fmla="*/ 0 h 2814"/>
              <a:gd name="p0x3" fmla="*/ 7625 w 7625"/>
              <a:gd name="p0y3" fmla="*/ 26 h 2814"/>
              <a:gd name="p0x4" fmla="*/ 7625 w 7625"/>
              <a:gd name="p0y4" fmla="*/ 60 h 2814"/>
              <a:gd name="p0x5" fmla="*/ 7625 w 7625"/>
              <a:gd name="p0y5" fmla="*/ 2754 h 2814"/>
              <a:gd name="p0x6" fmla="*/ 7625 w 7625"/>
              <a:gd name="p0y6" fmla="*/ 2788 h 2814"/>
              <a:gd name="p0x7" fmla="*/ 7599 w 7625"/>
              <a:gd name="p0y7" fmla="*/ 2814 h 2814"/>
              <a:gd name="p0x8" fmla="*/ 7565 w 7625"/>
              <a:gd name="p0y8" fmla="*/ 2814 h 2814"/>
              <a:gd name="p0x9" fmla="*/ 60 w 7625"/>
              <a:gd name="p0y9" fmla="*/ 2814 h 2814"/>
              <a:gd name="p0x10" fmla="*/ 26 w 7625"/>
              <a:gd name="p0y10" fmla="*/ 2814 h 2814"/>
              <a:gd name="p0x11" fmla="*/ 0 w 7625"/>
              <a:gd name="p0y11" fmla="*/ 2788 h 2814"/>
              <a:gd name="p0x12" fmla="*/ 0 w 7625"/>
              <a:gd name="p0y12" fmla="*/ 2754 h 2814"/>
              <a:gd name="p0x13" fmla="*/ 0 w 7625"/>
              <a:gd name="p0y13" fmla="*/ 60 h 2814"/>
              <a:gd name="p0x14" fmla="*/ 0 w 7625"/>
              <a:gd name="p0y14" fmla="*/ 26 h 2814"/>
              <a:gd name="p0x15" fmla="*/ 26 w 7625"/>
              <a:gd name="p0y15" fmla="*/ 0 h 2814"/>
              <a:gd name="p0x16" fmla="*/ 60 w 7625"/>
              <a:gd name="p0y16" fmla="*/ 0 h 28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6968490" y="35521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7054215" y="3633470"/>
            <a:ext cx="247650" cy="25209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7501909" y="3579419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覆盖率反馈延迟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6968509" y="4109961"/>
            <a:ext cx="44519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个事件更新一次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总结与展望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06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1089660"/>
            <a:ext cx="110490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完成情况总结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571500" y="4271010"/>
            <a:ext cx="110490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未来展望</a:t>
            </a:r>
            <a:endParaRPr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575945" y="1585595"/>
            <a:ext cx="5419725" cy="1152525"/>
          </a:xfrm>
          <a:custGeom>
            <a:avLst/>
            <a:gdLst>
              <a:gd name="sw" fmla="*/ 1 w 8535"/>
              <a:gd name="sh" fmla="*/ 1 h 1815"/>
              <a:gd name="mins" fmla="min sw sh"/>
              <a:gd name="dsw" fmla="+- 0 sw mins"/>
              <a:gd name="dsh" fmla="+- 0 sh mins"/>
              <a:gd name="p0x0" fmla="*/ 60 w 8535"/>
              <a:gd name="p0y0" fmla="*/ 0 h 1815"/>
              <a:gd name="p0x1" fmla="*/ 8475 w 8535"/>
              <a:gd name="p0y1" fmla="*/ 0 h 1815"/>
              <a:gd name="p0x2" fmla="*/ 8508 w 8535"/>
              <a:gd name="p0y2" fmla="*/ 0 h 1815"/>
              <a:gd name="p0x3" fmla="*/ 8535 w 8535"/>
              <a:gd name="p0y3" fmla="*/ 26 h 1815"/>
              <a:gd name="p0x4" fmla="*/ 8535 w 8535"/>
              <a:gd name="p0y4" fmla="*/ 60 h 1815"/>
              <a:gd name="p0x5" fmla="*/ 8535 w 8535"/>
              <a:gd name="p0y5" fmla="*/ 1755 h 1815"/>
              <a:gd name="p0x6" fmla="*/ 8535 w 8535"/>
              <a:gd name="p0y6" fmla="*/ 1788 h 1815"/>
              <a:gd name="p0x7" fmla="*/ 8508 w 8535"/>
              <a:gd name="p0y7" fmla="*/ 1815 h 1815"/>
              <a:gd name="p0x8" fmla="*/ 8475 w 8535"/>
              <a:gd name="p0y8" fmla="*/ 1815 h 1815"/>
              <a:gd name="p0x9" fmla="*/ 60 w 8535"/>
              <a:gd name="p0y9" fmla="*/ 1815 h 1815"/>
              <a:gd name="p0x10" fmla="*/ 26 w 8535"/>
              <a:gd name="p0y10" fmla="*/ 1815 h 1815"/>
              <a:gd name="p0x11" fmla="*/ 0 w 8535"/>
              <a:gd name="p0y11" fmla="*/ 1788 h 1815"/>
              <a:gd name="p0x12" fmla="*/ 0 w 8535"/>
              <a:gd name="p0y12" fmla="*/ 1755 h 1815"/>
              <a:gd name="p0x13" fmla="*/ 0 w 8535"/>
              <a:gd name="p0y13" fmla="*/ 60 h 1815"/>
              <a:gd name="p0x14" fmla="*/ 0 w 8535"/>
              <a:gd name="p0y14" fmla="*/ 26 h 1815"/>
              <a:gd name="p0x15" fmla="*/ 26 w 8535"/>
              <a:gd name="p0y15" fmla="*/ 0 h 1815"/>
              <a:gd name="p0x16" fmla="*/ 60 w 8535"/>
              <a:gd name="p0y16" fmla="*/ 0 h 18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771525" y="19526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00" t="-1026" r="-2000" b="-1026"/>
          <a:stretch>
            <a:fillRect/>
          </a:stretch>
        </p:blipFill>
        <p:spPr>
          <a:xfrm>
            <a:off x="857250" y="2033270"/>
            <a:ext cx="247650" cy="25273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1343025" y="2028825"/>
            <a:ext cx="44577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ArkAnalyzer-HapRay</a:t>
            </a:r>
            <a:r>
              <a:rPr lang="zh-CN" altLang="en-US"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项目搭建与环境配置</a:t>
            </a:r>
            <a:endParaRPr lang="zh-CN" altLang="en-US"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10"/>
            </p:custDataLst>
          </p:nvPr>
        </p:nvSpPr>
        <p:spPr>
          <a:xfrm>
            <a:off x="6195695" y="1585595"/>
            <a:ext cx="5419725" cy="1152525"/>
          </a:xfrm>
          <a:custGeom>
            <a:avLst/>
            <a:gdLst>
              <a:gd name="sw" fmla="*/ 1 w 8535"/>
              <a:gd name="sh" fmla="*/ 1 h 1815"/>
              <a:gd name="mins" fmla="min sw sh"/>
              <a:gd name="dsw" fmla="+- 0 sw mins"/>
              <a:gd name="dsh" fmla="+- 0 sh mins"/>
              <a:gd name="p0x0" fmla="*/ 60 w 8535"/>
              <a:gd name="p0y0" fmla="*/ 0 h 1815"/>
              <a:gd name="p0x1" fmla="*/ 8475 w 8535"/>
              <a:gd name="p0y1" fmla="*/ 0 h 1815"/>
              <a:gd name="p0x2" fmla="*/ 8508 w 8535"/>
              <a:gd name="p0y2" fmla="*/ 0 h 1815"/>
              <a:gd name="p0x3" fmla="*/ 8535 w 8535"/>
              <a:gd name="p0y3" fmla="*/ 26 h 1815"/>
              <a:gd name="p0x4" fmla="*/ 8535 w 8535"/>
              <a:gd name="p0y4" fmla="*/ 60 h 1815"/>
              <a:gd name="p0x5" fmla="*/ 8535 w 8535"/>
              <a:gd name="p0y5" fmla="*/ 1755 h 1815"/>
              <a:gd name="p0x6" fmla="*/ 8535 w 8535"/>
              <a:gd name="p0y6" fmla="*/ 1788 h 1815"/>
              <a:gd name="p0x7" fmla="*/ 8508 w 8535"/>
              <a:gd name="p0y7" fmla="*/ 1815 h 1815"/>
              <a:gd name="p0x8" fmla="*/ 8475 w 8535"/>
              <a:gd name="p0y8" fmla="*/ 1815 h 1815"/>
              <a:gd name="p0x9" fmla="*/ 60 w 8535"/>
              <a:gd name="p0y9" fmla="*/ 1815 h 1815"/>
              <a:gd name="p0x10" fmla="*/ 26 w 8535"/>
              <a:gd name="p0y10" fmla="*/ 1815 h 1815"/>
              <a:gd name="p0x11" fmla="*/ 0 w 8535"/>
              <a:gd name="p0y11" fmla="*/ 1788 h 1815"/>
              <a:gd name="p0x12" fmla="*/ 0 w 8535"/>
              <a:gd name="p0y12" fmla="*/ 1755 h 1815"/>
              <a:gd name="p0x13" fmla="*/ 0 w 8535"/>
              <a:gd name="p0y13" fmla="*/ 60 h 1815"/>
              <a:gd name="p0x14" fmla="*/ 0 w 8535"/>
              <a:gd name="p0y14" fmla="*/ 26 h 1815"/>
              <a:gd name="p0x15" fmla="*/ 26 w 8535"/>
              <a:gd name="p0y15" fmla="*/ 0 h 1815"/>
              <a:gd name="p0x16" fmla="*/ 60 w 8535"/>
              <a:gd name="p0y16" fmla="*/ 0 h 18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1"/>
            </p:custDataLst>
          </p:nvPr>
        </p:nvSpPr>
        <p:spPr>
          <a:xfrm>
            <a:off x="6391275" y="19526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6477000" y="2033270"/>
            <a:ext cx="24765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6962775" y="2028825"/>
            <a:ext cx="44577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深入分析</a:t>
            </a:r>
            <a:r>
              <a:rPr lang="en-US" altLang="zh-CN"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altLang="en-US"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框架架构，明确</a:t>
            </a:r>
            <a:r>
              <a:rPr lang="en-US" altLang="zh-CN"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EGM</a:t>
            </a:r>
            <a:r>
              <a:rPr lang="zh-CN" altLang="en-US"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模块局限</a:t>
            </a:r>
            <a:endParaRPr lang="zh-CN" altLang="en-US"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6"/>
            </p:custDataLst>
          </p:nvPr>
        </p:nvSpPr>
        <p:spPr>
          <a:xfrm>
            <a:off x="575945" y="2938145"/>
            <a:ext cx="5419725" cy="1152525"/>
          </a:xfrm>
          <a:custGeom>
            <a:avLst/>
            <a:gdLst>
              <a:gd name="sw" fmla="*/ 1 w 8535"/>
              <a:gd name="sh" fmla="*/ 1 h 1815"/>
              <a:gd name="mins" fmla="min sw sh"/>
              <a:gd name="dsw" fmla="+- 0 sw mins"/>
              <a:gd name="dsh" fmla="+- 0 sh mins"/>
              <a:gd name="p0x0" fmla="*/ 60 w 8535"/>
              <a:gd name="p0y0" fmla="*/ 0 h 1815"/>
              <a:gd name="p0x1" fmla="*/ 8475 w 8535"/>
              <a:gd name="p0y1" fmla="*/ 0 h 1815"/>
              <a:gd name="p0x2" fmla="*/ 8508 w 8535"/>
              <a:gd name="p0y2" fmla="*/ 0 h 1815"/>
              <a:gd name="p0x3" fmla="*/ 8535 w 8535"/>
              <a:gd name="p0y3" fmla="*/ 26 h 1815"/>
              <a:gd name="p0x4" fmla="*/ 8535 w 8535"/>
              <a:gd name="p0y4" fmla="*/ 60 h 1815"/>
              <a:gd name="p0x5" fmla="*/ 8535 w 8535"/>
              <a:gd name="p0y5" fmla="*/ 1755 h 1815"/>
              <a:gd name="p0x6" fmla="*/ 8535 w 8535"/>
              <a:gd name="p0y6" fmla="*/ 1788 h 1815"/>
              <a:gd name="p0x7" fmla="*/ 8508 w 8535"/>
              <a:gd name="p0y7" fmla="*/ 1815 h 1815"/>
              <a:gd name="p0x8" fmla="*/ 8475 w 8535"/>
              <a:gd name="p0y8" fmla="*/ 1815 h 1815"/>
              <a:gd name="p0x9" fmla="*/ 60 w 8535"/>
              <a:gd name="p0y9" fmla="*/ 1815 h 1815"/>
              <a:gd name="p0x10" fmla="*/ 26 w 8535"/>
              <a:gd name="p0y10" fmla="*/ 1815 h 1815"/>
              <a:gd name="p0x11" fmla="*/ 0 w 8535"/>
              <a:gd name="p0y11" fmla="*/ 1788 h 1815"/>
              <a:gd name="p0x12" fmla="*/ 0 w 8535"/>
              <a:gd name="p0y12" fmla="*/ 1755 h 1815"/>
              <a:gd name="p0x13" fmla="*/ 0 w 8535"/>
              <a:gd name="p0y13" fmla="*/ 60 h 1815"/>
              <a:gd name="p0x14" fmla="*/ 0 w 8535"/>
              <a:gd name="p0y14" fmla="*/ 26 h 1815"/>
              <a:gd name="p0x15" fmla="*/ 26 w 8535"/>
              <a:gd name="p0y15" fmla="*/ 0 h 1815"/>
              <a:gd name="p0x16" fmla="*/ 60 w 8535"/>
              <a:gd name="p0y16" fmla="*/ 0 h 18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7"/>
            </p:custDataLst>
          </p:nvPr>
        </p:nvSpPr>
        <p:spPr>
          <a:xfrm>
            <a:off x="771525" y="33051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4691" t="-1026" r="-4691" b="-1026"/>
          <a:stretch>
            <a:fillRect/>
          </a:stretch>
        </p:blipFill>
        <p:spPr>
          <a:xfrm>
            <a:off x="840105" y="3385820"/>
            <a:ext cx="281305" cy="2527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1"/>
            </p:custDataLst>
          </p:nvPr>
        </p:nvSpPr>
        <p:spPr>
          <a:xfrm>
            <a:off x="1343025" y="3381375"/>
            <a:ext cx="47631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设计并实现基于</a:t>
            </a:r>
            <a:r>
              <a:rPr lang="en-US" altLang="zh-CN"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组件优先级的自适应事件调度方案</a:t>
            </a:r>
            <a:endParaRPr lang="zh-CN" altLang="en-US"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2"/>
            </p:custDataLst>
          </p:nvPr>
        </p:nvSpPr>
        <p:spPr>
          <a:xfrm>
            <a:off x="6195695" y="2938145"/>
            <a:ext cx="5419725" cy="1152525"/>
          </a:xfrm>
          <a:custGeom>
            <a:avLst/>
            <a:gdLst>
              <a:gd name="sw" fmla="*/ 1 w 8535"/>
              <a:gd name="sh" fmla="*/ 1 h 1815"/>
              <a:gd name="mins" fmla="min sw sh"/>
              <a:gd name="dsw" fmla="+- 0 sw mins"/>
              <a:gd name="dsh" fmla="+- 0 sh mins"/>
              <a:gd name="p0x0" fmla="*/ 60 w 8535"/>
              <a:gd name="p0y0" fmla="*/ 0 h 1815"/>
              <a:gd name="p0x1" fmla="*/ 8475 w 8535"/>
              <a:gd name="p0y1" fmla="*/ 0 h 1815"/>
              <a:gd name="p0x2" fmla="*/ 8508 w 8535"/>
              <a:gd name="p0y2" fmla="*/ 0 h 1815"/>
              <a:gd name="p0x3" fmla="*/ 8535 w 8535"/>
              <a:gd name="p0y3" fmla="*/ 26 h 1815"/>
              <a:gd name="p0x4" fmla="*/ 8535 w 8535"/>
              <a:gd name="p0y4" fmla="*/ 60 h 1815"/>
              <a:gd name="p0x5" fmla="*/ 8535 w 8535"/>
              <a:gd name="p0y5" fmla="*/ 1755 h 1815"/>
              <a:gd name="p0x6" fmla="*/ 8535 w 8535"/>
              <a:gd name="p0y6" fmla="*/ 1788 h 1815"/>
              <a:gd name="p0x7" fmla="*/ 8508 w 8535"/>
              <a:gd name="p0y7" fmla="*/ 1815 h 1815"/>
              <a:gd name="p0x8" fmla="*/ 8475 w 8535"/>
              <a:gd name="p0y8" fmla="*/ 1815 h 1815"/>
              <a:gd name="p0x9" fmla="*/ 60 w 8535"/>
              <a:gd name="p0y9" fmla="*/ 1815 h 1815"/>
              <a:gd name="p0x10" fmla="*/ 26 w 8535"/>
              <a:gd name="p0y10" fmla="*/ 1815 h 1815"/>
              <a:gd name="p0x11" fmla="*/ 0 w 8535"/>
              <a:gd name="p0y11" fmla="*/ 1788 h 1815"/>
              <a:gd name="p0x12" fmla="*/ 0 w 8535"/>
              <a:gd name="p0y12" fmla="*/ 1755 h 1815"/>
              <a:gd name="p0x13" fmla="*/ 0 w 8535"/>
              <a:gd name="p0y13" fmla="*/ 60 h 1815"/>
              <a:gd name="p0x14" fmla="*/ 0 w 8535"/>
              <a:gd name="p0y14" fmla="*/ 26 h 1815"/>
              <a:gd name="p0x15" fmla="*/ 26 w 8535"/>
              <a:gd name="p0y15" fmla="*/ 0 h 1815"/>
              <a:gd name="p0x16" fmla="*/ 60 w 8535"/>
              <a:gd name="p0y16" fmla="*/ 0 h 18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3"/>
            </p:custDataLst>
          </p:nvPr>
        </p:nvSpPr>
        <p:spPr>
          <a:xfrm>
            <a:off x="6391275" y="33051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6477000" y="3385820"/>
            <a:ext cx="247650" cy="2527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7"/>
            </p:custDataLst>
          </p:nvPr>
        </p:nvSpPr>
        <p:spPr>
          <a:xfrm>
            <a:off x="6962775" y="3165158"/>
            <a:ext cx="4457700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通过对比实验验证改进效果（覆盖率提升</a:t>
            </a:r>
            <a:r>
              <a:rPr sz="2100" b="1" spc="-2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15%+</a:t>
            </a:r>
            <a:r>
              <a: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，事件效率提升</a:t>
            </a:r>
            <a:r>
              <a:rPr sz="2100" b="1" spc="-2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30%+</a:t>
            </a:r>
            <a:r>
              <a: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575945" y="4766945"/>
            <a:ext cx="3546475" cy="1704975"/>
          </a:xfrm>
          <a:custGeom>
            <a:avLst/>
            <a:gdLst>
              <a:gd name="sw" fmla="*/ 1 w 5585"/>
              <a:gd name="sh" fmla="*/ 1 h 2685"/>
              <a:gd name="mins" fmla="min sw sh"/>
              <a:gd name="dsw" fmla="+- 0 sw mins"/>
              <a:gd name="dsh" fmla="+- 0 sh mins"/>
              <a:gd name="p0x0" fmla="*/ 60 w 5585"/>
              <a:gd name="p0y0" fmla="*/ 0 h 2685"/>
              <a:gd name="p0x1" fmla="*/ 5525 w 5585"/>
              <a:gd name="p0y1" fmla="*/ 0 h 2685"/>
              <a:gd name="p0x2" fmla="*/ 5558 w 5585"/>
              <a:gd name="p0y2" fmla="*/ 0 h 2685"/>
              <a:gd name="p0x3" fmla="*/ 5585 w 5585"/>
              <a:gd name="p0y3" fmla="*/ 26 h 2685"/>
              <a:gd name="p0x4" fmla="*/ 5585 w 5585"/>
              <a:gd name="p0y4" fmla="*/ 60 h 2685"/>
              <a:gd name="p0x5" fmla="*/ 5585 w 5585"/>
              <a:gd name="p0y5" fmla="*/ 2625 h 2685"/>
              <a:gd name="p0x6" fmla="*/ 5585 w 5585"/>
              <a:gd name="p0y6" fmla="*/ 2658 h 2685"/>
              <a:gd name="p0x7" fmla="*/ 5558 w 5585"/>
              <a:gd name="p0y7" fmla="*/ 2685 h 2685"/>
              <a:gd name="p0x8" fmla="*/ 5525 w 5585"/>
              <a:gd name="p0y8" fmla="*/ 2685 h 2685"/>
              <a:gd name="p0x9" fmla="*/ 60 w 5585"/>
              <a:gd name="p0y9" fmla="*/ 2685 h 2685"/>
              <a:gd name="p0x10" fmla="*/ 26 w 5585"/>
              <a:gd name="p0y10" fmla="*/ 2685 h 2685"/>
              <a:gd name="p0x11" fmla="*/ 0 w 5585"/>
              <a:gd name="p0y11" fmla="*/ 2658 h 2685"/>
              <a:gd name="p0x12" fmla="*/ 0 w 5585"/>
              <a:gd name="p0y12" fmla="*/ 2625 h 2685"/>
              <a:gd name="p0x13" fmla="*/ 0 w 5585"/>
              <a:gd name="p0y13" fmla="*/ 60 h 2685"/>
              <a:gd name="p0x14" fmla="*/ 0 w 5585"/>
              <a:gd name="p0y14" fmla="*/ 26 h 2685"/>
              <a:gd name="p0x15" fmla="*/ 26 w 5585"/>
              <a:gd name="p0y15" fmla="*/ 0 h 2685"/>
              <a:gd name="p0x16" fmla="*/ 60 w 5585"/>
              <a:gd name="p0y16" fmla="*/ 0 h 26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771525" y="4946333"/>
            <a:ext cx="3155975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</a:rPr>
              <a:t>引入机器学习方法自动优化优先级映射表</a:t>
            </a:r>
            <a:endParaRPr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771525" y="5653088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算法动态学习组件交互模式，实现优先级智能调整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4322445" y="4766945"/>
            <a:ext cx="3546475" cy="1704975"/>
          </a:xfrm>
          <a:custGeom>
            <a:avLst/>
            <a:gdLst>
              <a:gd name="sw" fmla="*/ 1 w 5585"/>
              <a:gd name="sh" fmla="*/ 1 h 2685"/>
              <a:gd name="mins" fmla="min sw sh"/>
              <a:gd name="dsw" fmla="+- 0 sw mins"/>
              <a:gd name="dsh" fmla="+- 0 sh mins"/>
              <a:gd name="p0x0" fmla="*/ 60 w 5585"/>
              <a:gd name="p0y0" fmla="*/ 0 h 2685"/>
              <a:gd name="p0x1" fmla="*/ 5525 w 5585"/>
              <a:gd name="p0y1" fmla="*/ 0 h 2685"/>
              <a:gd name="p0x2" fmla="*/ 5558 w 5585"/>
              <a:gd name="p0y2" fmla="*/ 0 h 2685"/>
              <a:gd name="p0x3" fmla="*/ 5585 w 5585"/>
              <a:gd name="p0y3" fmla="*/ 26 h 2685"/>
              <a:gd name="p0x4" fmla="*/ 5585 w 5585"/>
              <a:gd name="p0y4" fmla="*/ 60 h 2685"/>
              <a:gd name="p0x5" fmla="*/ 5585 w 5585"/>
              <a:gd name="p0y5" fmla="*/ 2625 h 2685"/>
              <a:gd name="p0x6" fmla="*/ 5585 w 5585"/>
              <a:gd name="p0y6" fmla="*/ 2658 h 2685"/>
              <a:gd name="p0x7" fmla="*/ 5558 w 5585"/>
              <a:gd name="p0y7" fmla="*/ 2685 h 2685"/>
              <a:gd name="p0x8" fmla="*/ 5525 w 5585"/>
              <a:gd name="p0y8" fmla="*/ 2685 h 2685"/>
              <a:gd name="p0x9" fmla="*/ 60 w 5585"/>
              <a:gd name="p0y9" fmla="*/ 2685 h 2685"/>
              <a:gd name="p0x10" fmla="*/ 26 w 5585"/>
              <a:gd name="p0y10" fmla="*/ 2685 h 2685"/>
              <a:gd name="p0x11" fmla="*/ 0 w 5585"/>
              <a:gd name="p0y11" fmla="*/ 2658 h 2685"/>
              <a:gd name="p0x12" fmla="*/ 0 w 5585"/>
              <a:gd name="p0y12" fmla="*/ 2625 h 2685"/>
              <a:gd name="p0x13" fmla="*/ 0 w 5585"/>
              <a:gd name="p0y13" fmla="*/ 60 h 2685"/>
              <a:gd name="p0x14" fmla="*/ 0 w 5585"/>
              <a:gd name="p0y14" fmla="*/ 26 h 2685"/>
              <a:gd name="p0x15" fmla="*/ 26 w 5585"/>
              <a:gd name="p0y15" fmla="*/ 0 h 2685"/>
              <a:gd name="p0x16" fmla="*/ 60 w 5585"/>
              <a:gd name="p0y16" fmla="*/ 0 h 26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2"/>
            </p:custDataLst>
          </p:nvPr>
        </p:nvSpPr>
        <p:spPr>
          <a:xfrm>
            <a:off x="4518051" y="4946333"/>
            <a:ext cx="3155975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</a:t>
            </a:r>
            <a:r>
              <a:rPr lang="en-US" altLang="zh-CN"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实现更智能的组件语义理解</a:t>
            </a:r>
            <a:endParaRPr lang="zh-CN" altLang="en-US"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4518051" y="5653088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借助大语言模型深度解析</a:t>
            </a:r>
            <a:r>
              <a:rPr lang="en-US" altLang="zh-CN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组件功能语义，提升测试场景覆盖</a:t>
            </a:r>
            <a:endParaRPr lang="zh-CN" altLang="en-US"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4"/>
            </p:custDataLst>
          </p:nvPr>
        </p:nvSpPr>
        <p:spPr>
          <a:xfrm>
            <a:off x="8068945" y="4766945"/>
            <a:ext cx="3546475" cy="1704975"/>
          </a:xfrm>
          <a:custGeom>
            <a:avLst/>
            <a:gdLst>
              <a:gd name="sw" fmla="*/ 1 w 5585"/>
              <a:gd name="sh" fmla="*/ 1 h 2685"/>
              <a:gd name="mins" fmla="min sw sh"/>
              <a:gd name="dsw" fmla="+- 0 sw mins"/>
              <a:gd name="dsh" fmla="+- 0 sh mins"/>
              <a:gd name="p0x0" fmla="*/ 60 w 5585"/>
              <a:gd name="p0y0" fmla="*/ 0 h 2685"/>
              <a:gd name="p0x1" fmla="*/ 5525 w 5585"/>
              <a:gd name="p0y1" fmla="*/ 0 h 2685"/>
              <a:gd name="p0x2" fmla="*/ 5558 w 5585"/>
              <a:gd name="p0y2" fmla="*/ 0 h 2685"/>
              <a:gd name="p0x3" fmla="*/ 5585 w 5585"/>
              <a:gd name="p0y3" fmla="*/ 26 h 2685"/>
              <a:gd name="p0x4" fmla="*/ 5585 w 5585"/>
              <a:gd name="p0y4" fmla="*/ 60 h 2685"/>
              <a:gd name="p0x5" fmla="*/ 5585 w 5585"/>
              <a:gd name="p0y5" fmla="*/ 2625 h 2685"/>
              <a:gd name="p0x6" fmla="*/ 5585 w 5585"/>
              <a:gd name="p0y6" fmla="*/ 2658 h 2685"/>
              <a:gd name="p0x7" fmla="*/ 5558 w 5585"/>
              <a:gd name="p0y7" fmla="*/ 2685 h 2685"/>
              <a:gd name="p0x8" fmla="*/ 5525 w 5585"/>
              <a:gd name="p0y8" fmla="*/ 2685 h 2685"/>
              <a:gd name="p0x9" fmla="*/ 60 w 5585"/>
              <a:gd name="p0y9" fmla="*/ 2685 h 2685"/>
              <a:gd name="p0x10" fmla="*/ 26 w 5585"/>
              <a:gd name="p0y10" fmla="*/ 2685 h 2685"/>
              <a:gd name="p0x11" fmla="*/ 0 w 5585"/>
              <a:gd name="p0y11" fmla="*/ 2658 h 2685"/>
              <a:gd name="p0x12" fmla="*/ 0 w 5585"/>
              <a:gd name="p0y12" fmla="*/ 2625 h 2685"/>
              <a:gd name="p0x13" fmla="*/ 0 w 5585"/>
              <a:gd name="p0y13" fmla="*/ 60 h 2685"/>
              <a:gd name="p0x14" fmla="*/ 0 w 5585"/>
              <a:gd name="p0y14" fmla="*/ 26 h 2685"/>
              <a:gd name="p0x15" fmla="*/ 26 w 5585"/>
              <a:gd name="p0y15" fmla="*/ 0 h 2685"/>
              <a:gd name="p0x16" fmla="*/ 60 w 5585"/>
              <a:gd name="p0y16" fmla="*/ 0 h 26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8F8"/>
          </a:solidFill>
          <a:ln w="9525" cmpd="sng">
            <a:solidFill>
              <a:srgbClr val="DDDDDD"/>
            </a:solidFill>
            <a:prstDash val="solid"/>
          </a:ln>
          <a:effectLst>
            <a:outerShdw blurRad="57150" dist="19050" dir="5399999" algn="ctr" rotWithShape="0">
              <a:srgbClr val="20202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5"/>
            </p:custDataLst>
          </p:nvPr>
        </p:nvSpPr>
        <p:spPr>
          <a:xfrm>
            <a:off x="8264576" y="4946333"/>
            <a:ext cx="3155975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将改进代码提交至</a:t>
            </a:r>
            <a:r>
              <a:rPr lang="en-US" altLang="zh-CN"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HapTest</a:t>
            </a:r>
            <a:r>
              <a:rPr lang="zh-CN" altLang="en-US" sz="21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</a:t>
            </a:r>
            <a:endParaRPr lang="zh-CN" altLang="en-US" sz="21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6"/>
            </p:custDataLst>
          </p:nvPr>
        </p:nvSpPr>
        <p:spPr>
          <a:xfrm>
            <a:off x="8264576" y="5653088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F4F4F"/>
                </a:solidFill>
                <a:latin typeface="微软雅黑" panose="020B0503020204020204" charset="-122"/>
                <a:ea typeface="微软雅黑" panose="020B0503020204020204" charset="-122"/>
              </a:rPr>
              <a:t>开源贡献推动生态发展，与社区共建鸿蒙测试工具链</a:t>
            </a:r>
            <a:endParaRPr sz="1500">
              <a:solidFill>
                <a:srgbClr val="4F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感谢聆听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277"/>
  <p:tag name="KSO_WM_TEMPLATE_CATEGORY" val="custom"/>
</p:tagLst>
</file>

<file path=ppt/tags/tag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  <p:tag name="KSO_WM_TEMPLATE_INDEX" val="40490277"/>
  <p:tag name="KSO_WM_TEMPLATE_CATEGORY" val="custom"/>
</p:tagLst>
</file>

<file path=ppt/tags/tag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2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2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2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2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2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2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2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2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2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277"/>
  <p:tag name="KSO_WM_TEMPLATE_CATEGORY" val="custom"/>
</p:tagLst>
</file>

<file path=ppt/tags/tag2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4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8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277"/>
  <p:tag name="KSO_WM_TEMPLATE_CATEGORY" val="custom"/>
</p:tagLst>
</file>

<file path=ppt/tags/tag29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277"/>
  <p:tag name="KSO_WM_TEMPLATE_CATEGORY" val="custom"/>
</p:tagLst>
</file>

<file path=ppt/tags/tag30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277"/>
  <p:tag name="KSO_WM_TEMPLATE_CATEGORY" val="custom"/>
</p:tagLst>
</file>

<file path=ppt/tags/tag31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277"/>
  <p:tag name="KSO_WM_TEMPLATE_CATEGORY" val="custom"/>
</p:tagLst>
</file>

<file path=ppt/tags/tag3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3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3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277"/>
  <p:tag name="KSO_WM_TEMPLATE_CATEGORY" val="custom"/>
</p:tagLst>
</file>

<file path=ppt/tags/tag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277"/>
  <p:tag name="KSO_WM_TEMPLATE_CATEGORY" val="custom"/>
</p:tagLst>
</file>

<file path=ppt/tags/tag3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3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3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277"/>
  <p:tag name="KSO_WM_TEMPLATE_CATEGORY" val="custom"/>
</p:tagLst>
</file>

<file path=ppt/tags/tag4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277"/>
  <p:tag name="KSO_WM_TEMPLATE_CATEGORY" val="custom"/>
</p:tagLst>
</file>

<file path=ppt/tags/tag5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9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6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9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6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9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6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9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6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9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6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9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6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9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66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9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6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9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6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9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69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9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70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9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7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9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7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9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73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9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74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9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75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9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7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9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7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9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7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9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79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80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9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81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3e8090641a380c3b55fd7c47cf483cb8702219ea"/>
  <p:tag name="KSO_WM_NEWLAYOUT_ID" val="8212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82.xml><?xml version="1.0" encoding="utf-8"?>
<p:tagLst xmlns:p="http://schemas.openxmlformats.org/presentationml/2006/main">
  <p:tag name="KSO_WM_UNIT_TYPE" val="f"/>
  <p:tag name="KSO_WM_BEAUTIFY_FLAG" val="#wm#"/>
  <p:tag name="KSO_WM_UNIT_INDEX" val="2"/>
  <p:tag name="KSO_WM_UNIT_SUBTYPE" val="b"/>
  <p:tag name="KSO_WM_UNIT_TEXT_TYPE" val="1"/>
  <p:tag name="KSO_WM_FIGMA_FLAG" val="#fgm#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8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8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8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86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0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8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0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88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0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8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0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90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0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9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0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9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0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9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0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94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0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9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0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96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0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9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0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98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0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9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0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0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0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0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0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0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0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0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0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0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0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1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1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12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b0ab5572e3f3859b0c2f3a510b6a3f259566c1fa"/>
  <p:tag name="KSO_WM_NEWLAYOUT_ID" val="8220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13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1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1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1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1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1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1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2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2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2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2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2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2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2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2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2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3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3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3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3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35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3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3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3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39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4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41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4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43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4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45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4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47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4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4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5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51.xml><?xml version="1.0" encoding="utf-8"?>
<p:tagLst xmlns:p="http://schemas.openxmlformats.org/presentationml/2006/main">
  <p:tag name="KSO_WM_UNIT_ID" val="_11*i*35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YPE" val="i"/>
  <p:tag name="KSO_WM_UNIT_INDEX" val="35"/>
  <p:tag name="KSO_WM_TEMPLATE_INDEX" val="40490277"/>
  <p:tag name="KSO_WM_TEMPLATE_CATEGORY" val="custom"/>
</p:tagLst>
</file>

<file path=ppt/tags/tag152.xml><?xml version="1.0" encoding="utf-8"?>
<p:tagLst xmlns:p="http://schemas.openxmlformats.org/presentationml/2006/main">
  <p:tag name="KSO_WM_UNIT_TYPE" val="b"/>
  <p:tag name="KSO_WM_BEAUTIFY_FLAG" val="#wm#"/>
  <p:tag name="KSO_WM_UNIT_INDEX" val="1"/>
  <p:tag name="KSO_WM_UNIT_TEXT_TYPE" val="1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53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70a81d6a7f94768b09b61f79ee978c90b81fe0aa"/>
  <p:tag name="KSO_WM_NEWLAYOUT_ID" val="8224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4fcd3a7b5110b0e955ed5cdd5be98350a4c969b6"/>
  <p:tag name="KSO_WM_NEWLAYOUT_ID" val="1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6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6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277"/>
</p:tagLst>
</file>

<file path=ppt/tags/tag17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277"/>
</p:tagLst>
</file>

<file path=ppt/tags/tag17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7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7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7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7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7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7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8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8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8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8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8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8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8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8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8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0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89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277"/>
  <p:tag name="KSO_WM_TEMPLATE_CATEGORY" val="custom"/>
  <p:tag name="KSO_WM_TEMPLATE_MASTER_TYPE" val="0"/>
  <p:tag name="KSO_WM_TAG_VERSION" val="3.0"/>
</p:tagLst>
</file>

<file path=ppt/tags/tag190.xml><?xml version="1.0" encoding="utf-8"?>
<p:tagLst xmlns:p="http://schemas.openxmlformats.org/presentationml/2006/main">
  <p:tag name="KSO_WM_AITEMPLATE_STYLE_ID" val="69796631005"/>
</p:tagLst>
</file>

<file path=ppt/tags/tag191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3e8090641a380c3b55fd7c47cf483cb8702219ea"/>
  <p:tag name="KSO_WM_NEWLAYOUT_ID" val="8212"/>
  <p:tag name="KSO_WM_UNIT_PRESET_TEXT" val="单击此处&#10;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92.xml><?xml version="1.0" encoding="utf-8"?>
<p:tagLst xmlns:p="http://schemas.openxmlformats.org/presentationml/2006/main">
  <p:tag name="KSO_WM_UNIT_TYPE" val="f"/>
  <p:tag name="KSO_WM_BEAUTIFY_FLAG" val="#wm#"/>
  <p:tag name="KSO_WM_UNIT_INDEX" val="2"/>
  <p:tag name="KSO_WM_UNIT_SUBTYPE" val="b"/>
  <p:tag name="KSO_WM_UNIT_TEXT_TYPE" val="1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19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277"/>
  <p:tag name="KSO_WM_TEMPLATE_CATEGORY" val="custom"/>
  <p:tag name="KSO_WM_SLIDE_INDEX" val="1"/>
  <p:tag name="KSO_WM_SLIDE_ID" val="custom40490277_1"/>
  <p:tag name="KSO_WM_TEMPLATE_MASTER_TYPE" val="0"/>
  <p:tag name="KSO_WM_SLIDE_LAYOUT" val="a_f"/>
  <p:tag name="KSO_WM_SLIDE_LAYOUT_CNT" val="1_2"/>
  <p:tag name="KSO_WM_TAG_VERSION" val="3.0"/>
</p:tagLst>
</file>

<file path=ppt/tags/tag19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b0ab5572e3f3859b0c2f3a510b6a3f259566c1fa"/>
  <p:tag name="KSO_WM_NEWLAYOUT_ID" val="8220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20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21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277"/>
  <p:tag name="KSO_WM_TEMPLATE_CATEGORY" val="custom"/>
  <p:tag name="KSO_WM_SLIDE_INDEX" val="3"/>
  <p:tag name="KSO_WM_SLIDE_ID" val="custom40490277_7"/>
  <p:tag name="KSO_WM_TEMPLATE_MASTER_TYPE" val="0"/>
  <p:tag name="KSO_WM_SLIDE_LAYOUT" val="a_e"/>
  <p:tag name="KSO_WM_SLIDE_LAYOUT_CNT" val="1_1"/>
  <p:tag name="KSO_WM_TAG_VERSION" val="3.0"/>
</p:tagLst>
</file>

<file path=ppt/tags/tag22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b0ab5572e3f3859b0c2f3a510b6a3f259566c1fa"/>
  <p:tag name="KSO_WM_NEWLAYOUT_ID" val="8220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55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56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277"/>
  <p:tag name="KSO_WM_TEMPLATE_CATEGORY" val="custom"/>
  <p:tag name="KSO_WM_SLIDE_INDEX" val="3"/>
  <p:tag name="KSO_WM_SLIDE_ID" val="custom40490277_7"/>
  <p:tag name="KSO_WM_TEMPLATE_MASTER_TYPE" val="0"/>
  <p:tag name="KSO_WM_SLIDE_LAYOUT" val="a_e"/>
  <p:tag name="KSO_WM_SLIDE_LAYOUT_CNT" val="1_1"/>
  <p:tag name="KSO_WM_TAG_VERSION" val="3.0"/>
</p:tagLst>
</file>

<file path=ppt/tags/tag25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b0ab5572e3f3859b0c2f3a510b6a3f259566c1fa"/>
  <p:tag name="KSO_WM_NEWLAYOUT_ID" val="8220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89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290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277"/>
  <p:tag name="KSO_WM_TEMPLATE_CATEGORY" val="custom"/>
  <p:tag name="KSO_WM_SLIDE_INDEX" val="3"/>
  <p:tag name="KSO_WM_SLIDE_ID" val="custom40490277_7"/>
  <p:tag name="KSO_WM_TEMPLATE_MASTER_TYPE" val="0"/>
  <p:tag name="KSO_WM_SLIDE_LAYOUT" val="a_e"/>
  <p:tag name="KSO_WM_SLIDE_LAYOUT_CNT" val="1_1"/>
  <p:tag name="KSO_WM_TAG_VERSION" val="3.0"/>
</p:tagLst>
</file>

<file path=ppt/tags/tag29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b0ab5572e3f3859b0c2f3a510b6a3f259566c1fa"/>
  <p:tag name="KSO_WM_NEWLAYOUT_ID" val="8220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340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341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277"/>
  <p:tag name="KSO_WM_TEMPLATE_CATEGORY" val="custom"/>
  <p:tag name="KSO_WM_SLIDE_INDEX" val="3"/>
  <p:tag name="KSO_WM_SLIDE_ID" val="custom40490277_7"/>
  <p:tag name="KSO_WM_TEMPLATE_MASTER_TYPE" val="0"/>
  <p:tag name="KSO_WM_SLIDE_LAYOUT" val="a_e"/>
  <p:tag name="KSO_WM_SLIDE_LAYOUT_CNT" val="1_1"/>
  <p:tag name="KSO_WM_TAG_VERSION" val="3.0"/>
</p:tagLst>
</file>

<file path=ppt/tags/tag34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b0ab5572e3f3859b0c2f3a510b6a3f259566c1fa"/>
  <p:tag name="KSO_WM_NEWLAYOUT_ID" val="8220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56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457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277"/>
  <p:tag name="KSO_WM_TEMPLATE_CATEGORY" val="custom"/>
  <p:tag name="KSO_WM_SLIDE_INDEX" val="3"/>
  <p:tag name="KSO_WM_SLIDE_ID" val="custom40490277_7"/>
  <p:tag name="KSO_WM_TEMPLATE_MASTER_TYPE" val="0"/>
  <p:tag name="KSO_WM_SLIDE_LAYOUT" val="a_e"/>
  <p:tag name="KSO_WM_SLIDE_LAYOUT_CNT" val="1_1"/>
  <p:tag name="KSO_WM_TAG_VERSION" val="3.0"/>
</p:tagLst>
</file>

<file path=ppt/tags/tag45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β"/>
  <p:tag name="KSO_WM_UNIT_INDEX" val="2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β"/>
  <p:tag name="KSO_WM_UNIT_INDEX" val="2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b0ab5572e3f3859b0c2f3a510b6a3f259566c1fa"/>
  <p:tag name="KSO_WM_NEWLAYOUT_ID" val="8220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26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27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277"/>
  <p:tag name="KSO_WM_TEMPLATE_CATEGORY" val="custom"/>
  <p:tag name="KSO_WM_SLIDE_INDEX" val="3"/>
  <p:tag name="KSO_WM_SLIDE_ID" val="custom40490277_7"/>
  <p:tag name="KSO_WM_TEMPLATE_MASTER_TYPE" val="0"/>
  <p:tag name="KSO_WM_SLIDE_LAYOUT" val="a_e"/>
  <p:tag name="KSO_WM_SLIDE_LAYOUT_CNT" val="1_1"/>
  <p:tag name="KSO_WM_TAG_VERSION" val="3.0"/>
</p:tagLst>
</file>

<file path=ppt/tags/tag52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b"/>
  <p:tag name="KSO_WM_BEAUTIFY_FLAG" val="#wm#"/>
  <p:tag name="KSO_WM_UNIT_INDEX" val="1"/>
  <p:tag name="KSO_WM_UNIT_TEXT_TYPE" val="1"/>
  <p:tag name="KSO_WM_UNIT_PRESET_TEXT" val="THE END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57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70a81d6a7f94768b09b61f79ee978c90b81fe0aa"/>
  <p:tag name="KSO_WM_NEWLAYOUT_ID" val="8224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7"/>
  <p:tag name="KSO_WM_TEMPLATE_CATEGORY" val="custom"/>
</p:tagLst>
</file>

<file path=ppt/tags/tag558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90277"/>
  <p:tag name="KSO_WM_TEMPLATE_CATEGORY" val="custom"/>
  <p:tag name="KSO_WM_SLIDE_INDEX" val="5"/>
  <p:tag name="KSO_WM_SLIDE_ID" val="custom40490277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线条感留白设计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000000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2345</Words>
  <Application>WPS 演示</Application>
  <PresentationFormat>宽屏</PresentationFormat>
  <Paragraphs>549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Arial Unicode MS</vt:lpstr>
      <vt:lpstr>WPS</vt:lpstr>
      <vt:lpstr>简约风线条感留白设计职场办公</vt:lpstr>
      <vt:lpstr>HapTest动态分析框架的事件生成策略优化研究</vt:lpstr>
      <vt:lpstr>PowerPoint 演示文稿</vt:lpstr>
      <vt:lpstr>项目概述与改进目标</vt:lpstr>
      <vt:lpstr>PowerPoint 演示文稿</vt:lpstr>
      <vt:lpstr>项目搭建与环境配置</vt:lpstr>
      <vt:lpstr>PowerPoint 演示文稿</vt:lpstr>
      <vt:lpstr>框架架构分析</vt:lpstr>
      <vt:lpstr>PowerPoint 演示文稿</vt:lpstr>
      <vt:lpstr>PowerPoint 演示文稿</vt:lpstr>
      <vt:lpstr>改进方案设计与实现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实验结果与分析</vt:lpstr>
      <vt:lpstr>PowerPoint 演示文稿</vt:lpstr>
      <vt:lpstr>PowerPoint 演示文稿</vt:lpstr>
      <vt:lpstr>PowerPoint 演示文稿</vt:lpstr>
      <vt:lpstr>PowerPoint 演示文稿</vt:lpstr>
      <vt:lpstr>总结与展望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HapTest动态分析框架的事件生成策略优化研究</dc:title>
  <dc:creator/>
  <cp:lastModifiedBy>棔</cp:lastModifiedBy>
  <cp:revision>1</cp:revision>
  <dcterms:created xsi:type="dcterms:W3CDTF">2026-06-20T08:11:29Z</dcterms:created>
  <dcterms:modified xsi:type="dcterms:W3CDTF">2026-06-20T08:11:29Z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6E93C504E7FA45A0B0258BA4066F57A8_13</vt:lpwstr>
  </property>
  <property fmtid="{D5CDD505-2E9C-101B-9397-08002B2CF9AE}" pid="4" name="KSOTemplateUUID">
    <vt:lpwstr>v1.0_ai_69796631005</vt:lpwstr>
  </property>
</Properties>
</file>